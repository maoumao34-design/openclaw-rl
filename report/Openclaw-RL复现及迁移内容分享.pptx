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361" r:id="rId2"/>
    <p:sldId id="368" r:id="rId3"/>
    <p:sldId id="369" r:id="rId4"/>
    <p:sldId id="370" r:id="rId5"/>
    <p:sldId id="371" r:id="rId6"/>
    <p:sldId id="367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答辩说明" id="{57799230-5E46-41DE-81C9-8AA7DCE4A6B5}">
          <p14:sldIdLst>
            <p14:sldId id="361"/>
            <p14:sldId id="368"/>
            <p14:sldId id="369"/>
            <p14:sldId id="370"/>
            <p14:sldId id="371"/>
            <p14:sldId id="3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69CE05-948F-4B2D-B995-35989BAA5BB1}" v="11" dt="2026-08-06T07:48:01.0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0" y="-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o Shuo28 Wang" userId="a7996a14-832d-49d1-89cf-13bafcdd9b6e" providerId="ADAL" clId="{E3FCCCF9-0FE8-4A43-91DF-74AAC5AFFE2B}"/>
    <pc:docChg chg="undo custSel modSld">
      <pc:chgData name="Shuo Shuo28 Wang" userId="a7996a14-832d-49d1-89cf-13bafcdd9b6e" providerId="ADAL" clId="{E3FCCCF9-0FE8-4A43-91DF-74AAC5AFFE2B}" dt="2026-08-06T07:48:01.080" v="15" actId="20577"/>
      <pc:docMkLst>
        <pc:docMk/>
      </pc:docMkLst>
      <pc:sldChg chg="modSp">
        <pc:chgData name="Shuo Shuo28 Wang" userId="a7996a14-832d-49d1-89cf-13bafcdd9b6e" providerId="ADAL" clId="{E3FCCCF9-0FE8-4A43-91DF-74AAC5AFFE2B}" dt="2026-08-06T07:48:01.080" v="15" actId="20577"/>
        <pc:sldMkLst>
          <pc:docMk/>
          <pc:sldMk cId="0" sldId="366"/>
        </pc:sldMkLst>
        <pc:spChg chg="mod">
          <ac:chgData name="Shuo Shuo28 Wang" userId="a7996a14-832d-49d1-89cf-13bafcdd9b6e" providerId="ADAL" clId="{E3FCCCF9-0FE8-4A43-91DF-74AAC5AFFE2B}" dt="2026-08-06T04:42:48.102" v="1" actId="20577"/>
          <ac:spMkLst>
            <pc:docMk/>
            <pc:sldMk cId="0" sldId="366"/>
            <ac:spMk id="2" creationId="{00000000-0000-0000-0000-000000000000}"/>
          </ac:spMkLst>
        </pc:spChg>
        <pc:spChg chg="mod">
          <ac:chgData name="Shuo Shuo28 Wang" userId="a7996a14-832d-49d1-89cf-13bafcdd9b6e" providerId="ADAL" clId="{E3FCCCF9-0FE8-4A43-91DF-74AAC5AFFE2B}" dt="2026-08-06T07:48:01.080" v="15" actId="20577"/>
          <ac:spMkLst>
            <pc:docMk/>
            <pc:sldMk cId="0" sldId="366"/>
            <ac:spMk id="7" creationId="{00000000-0000-0000-0000-000000000000}"/>
          </ac:spMkLst>
        </pc:spChg>
      </pc:sldChg>
      <pc:sldChg chg="modSp mod">
        <pc:chgData name="Shuo Shuo28 Wang" userId="a7996a14-832d-49d1-89cf-13bafcdd9b6e" providerId="ADAL" clId="{E3FCCCF9-0FE8-4A43-91DF-74AAC5AFFE2B}" dt="2026-08-06T04:43:17.316" v="9" actId="20577"/>
        <pc:sldMkLst>
          <pc:docMk/>
          <pc:sldMk cId="1423135686" sldId="367"/>
        </pc:sldMkLst>
        <pc:spChg chg="mod">
          <ac:chgData name="Shuo Shuo28 Wang" userId="a7996a14-832d-49d1-89cf-13bafcdd9b6e" providerId="ADAL" clId="{E3FCCCF9-0FE8-4A43-91DF-74AAC5AFFE2B}" dt="2026-08-06T04:43:17.316" v="9" actId="20577"/>
          <ac:spMkLst>
            <pc:docMk/>
            <pc:sldMk cId="1423135686" sldId="367"/>
            <ac:spMk id="10" creationId="{2B692CD4-E07B-3BDB-B3CF-D41A31F9054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779718-1DF5-435A-9AC8-EC7555CF7E10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8013B-69F9-44AC-9847-779F3A74C3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520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29A498-A90A-45E1-A512-B0FECEDE43A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0741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3481" y="2246933"/>
            <a:ext cx="8199455" cy="1550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6963" y="4098727"/>
            <a:ext cx="6752492" cy="184844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822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64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466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28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11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932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75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57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508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302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1" y="4647903"/>
            <a:ext cx="8199455" cy="1436563"/>
          </a:xfrm>
        </p:spPr>
        <p:txBody>
          <a:bodyPr anchor="t"/>
          <a:lstStyle>
            <a:lvl1pPr algn="l">
              <a:defRPr sz="421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3065675"/>
            <a:ext cx="8199455" cy="1582228"/>
          </a:xfrm>
        </p:spPr>
        <p:txBody>
          <a:bodyPr anchor="b"/>
          <a:lstStyle>
            <a:lvl1pPr marL="0" indent="0">
              <a:buNone/>
              <a:defRPr sz="2109">
                <a:solidFill>
                  <a:schemeClr val="tx1">
                    <a:tint val="75000"/>
                  </a:schemeClr>
                </a:solidFill>
              </a:defRPr>
            </a:lvl1pPr>
            <a:lvl2pPr marL="482209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2pPr>
            <a:lvl3pPr marL="964418" indent="0">
              <a:buNone/>
              <a:defRPr sz="1688">
                <a:solidFill>
                  <a:schemeClr val="tx1">
                    <a:tint val="75000"/>
                  </a:schemeClr>
                </a:solidFill>
              </a:defRPr>
            </a:lvl3pPr>
            <a:lvl4pPr marL="1446627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4pPr>
            <a:lvl5pPr marL="1928835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5pPr>
            <a:lvl6pPr marL="2411044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6pPr>
            <a:lvl7pPr marL="2893253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7pPr>
            <a:lvl8pPr marL="3375462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8pPr>
            <a:lvl9pPr marL="3857671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01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2321" y="1687711"/>
            <a:ext cx="4260501" cy="4773477"/>
          </a:xfrm>
        </p:spPr>
        <p:txBody>
          <a:bodyPr/>
          <a:lstStyle>
            <a:lvl1pPr>
              <a:defRPr sz="2953"/>
            </a:lvl1pPr>
            <a:lvl2pPr>
              <a:defRPr sz="2531"/>
            </a:lvl2pPr>
            <a:lvl3pPr>
              <a:defRPr sz="2109"/>
            </a:lvl3pPr>
            <a:lvl4pPr>
              <a:defRPr sz="1898"/>
            </a:lvl4pPr>
            <a:lvl5pPr>
              <a:defRPr sz="1898"/>
            </a:lvl5pPr>
            <a:lvl6pPr>
              <a:defRPr sz="1898"/>
            </a:lvl6pPr>
            <a:lvl7pPr>
              <a:defRPr sz="1898"/>
            </a:lvl7pPr>
            <a:lvl8pPr>
              <a:defRPr sz="1898"/>
            </a:lvl8pPr>
            <a:lvl9pPr>
              <a:defRPr sz="18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03596" y="1687711"/>
            <a:ext cx="4260501" cy="4773477"/>
          </a:xfrm>
        </p:spPr>
        <p:txBody>
          <a:bodyPr/>
          <a:lstStyle>
            <a:lvl1pPr>
              <a:defRPr sz="2953"/>
            </a:lvl1pPr>
            <a:lvl2pPr>
              <a:defRPr sz="2531"/>
            </a:lvl2pPr>
            <a:lvl3pPr>
              <a:defRPr sz="2109"/>
            </a:lvl3pPr>
            <a:lvl4pPr>
              <a:defRPr sz="1898"/>
            </a:lvl4pPr>
            <a:lvl5pPr>
              <a:defRPr sz="1898"/>
            </a:lvl5pPr>
            <a:lvl6pPr>
              <a:defRPr sz="1898"/>
            </a:lvl6pPr>
            <a:lvl7pPr>
              <a:defRPr sz="1898"/>
            </a:lvl7pPr>
            <a:lvl8pPr>
              <a:defRPr sz="1898"/>
            </a:lvl8pPr>
            <a:lvl9pPr>
              <a:defRPr sz="18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531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321" y="1619064"/>
            <a:ext cx="4262176" cy="674749"/>
          </a:xfrm>
        </p:spPr>
        <p:txBody>
          <a:bodyPr anchor="b"/>
          <a:lstStyle>
            <a:lvl1pPr marL="0" indent="0">
              <a:buNone/>
              <a:defRPr sz="2531" b="1"/>
            </a:lvl1pPr>
            <a:lvl2pPr marL="482209" indent="0">
              <a:buNone/>
              <a:defRPr sz="2109" b="1"/>
            </a:lvl2pPr>
            <a:lvl3pPr marL="964418" indent="0">
              <a:buNone/>
              <a:defRPr sz="1898" b="1"/>
            </a:lvl3pPr>
            <a:lvl4pPr marL="1446627" indent="0">
              <a:buNone/>
              <a:defRPr sz="1688" b="1"/>
            </a:lvl4pPr>
            <a:lvl5pPr marL="1928835" indent="0">
              <a:buNone/>
              <a:defRPr sz="1688" b="1"/>
            </a:lvl5pPr>
            <a:lvl6pPr marL="2411044" indent="0">
              <a:buNone/>
              <a:defRPr sz="1688" b="1"/>
            </a:lvl6pPr>
            <a:lvl7pPr marL="2893253" indent="0">
              <a:buNone/>
              <a:defRPr sz="1688" b="1"/>
            </a:lvl7pPr>
            <a:lvl8pPr marL="3375462" indent="0">
              <a:buNone/>
              <a:defRPr sz="1688" b="1"/>
            </a:lvl8pPr>
            <a:lvl9pPr marL="3857671" indent="0">
              <a:buNone/>
              <a:defRPr sz="1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2321" y="2293814"/>
            <a:ext cx="4262176" cy="4167374"/>
          </a:xfrm>
        </p:spPr>
        <p:txBody>
          <a:bodyPr/>
          <a:lstStyle>
            <a:lvl1pPr>
              <a:defRPr sz="2531"/>
            </a:lvl1pPr>
            <a:lvl2pPr>
              <a:defRPr sz="2109"/>
            </a:lvl2pPr>
            <a:lvl3pPr>
              <a:defRPr sz="1898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00246" y="1619064"/>
            <a:ext cx="4263851" cy="674749"/>
          </a:xfrm>
        </p:spPr>
        <p:txBody>
          <a:bodyPr anchor="b"/>
          <a:lstStyle>
            <a:lvl1pPr marL="0" indent="0">
              <a:buNone/>
              <a:defRPr sz="2531" b="1"/>
            </a:lvl1pPr>
            <a:lvl2pPr marL="482209" indent="0">
              <a:buNone/>
              <a:defRPr sz="2109" b="1"/>
            </a:lvl2pPr>
            <a:lvl3pPr marL="964418" indent="0">
              <a:buNone/>
              <a:defRPr sz="1898" b="1"/>
            </a:lvl3pPr>
            <a:lvl4pPr marL="1446627" indent="0">
              <a:buNone/>
              <a:defRPr sz="1688" b="1"/>
            </a:lvl4pPr>
            <a:lvl5pPr marL="1928835" indent="0">
              <a:buNone/>
              <a:defRPr sz="1688" b="1"/>
            </a:lvl5pPr>
            <a:lvl6pPr marL="2411044" indent="0">
              <a:buNone/>
              <a:defRPr sz="1688" b="1"/>
            </a:lvl6pPr>
            <a:lvl7pPr marL="2893253" indent="0">
              <a:buNone/>
              <a:defRPr sz="1688" b="1"/>
            </a:lvl7pPr>
            <a:lvl8pPr marL="3375462" indent="0">
              <a:buNone/>
              <a:defRPr sz="1688" b="1"/>
            </a:lvl8pPr>
            <a:lvl9pPr marL="3857671" indent="0">
              <a:buNone/>
              <a:defRPr sz="1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00246" y="2293814"/>
            <a:ext cx="4263851" cy="4167374"/>
          </a:xfrm>
        </p:spPr>
        <p:txBody>
          <a:bodyPr/>
          <a:lstStyle>
            <a:lvl1pPr>
              <a:defRPr sz="2531"/>
            </a:lvl1pPr>
            <a:lvl2pPr>
              <a:defRPr sz="2109"/>
            </a:lvl2pPr>
            <a:lvl3pPr>
              <a:defRPr sz="1898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182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08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48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7982"/>
            <a:ext cx="3173605" cy="1225600"/>
          </a:xfrm>
        </p:spPr>
        <p:txBody>
          <a:bodyPr anchor="b"/>
          <a:lstStyle>
            <a:lvl1pPr algn="l">
              <a:defRPr sz="210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1482" y="287983"/>
            <a:ext cx="5392615" cy="6173205"/>
          </a:xfrm>
        </p:spPr>
        <p:txBody>
          <a:bodyPr/>
          <a:lstStyle>
            <a:lvl1pPr>
              <a:defRPr sz="3375"/>
            </a:lvl1pPr>
            <a:lvl2pPr>
              <a:defRPr sz="2953"/>
            </a:lvl2pPr>
            <a:lvl3pPr>
              <a:defRPr sz="2531"/>
            </a:lvl3pPr>
            <a:lvl4pPr>
              <a:defRPr sz="2109"/>
            </a:lvl4pPr>
            <a:lvl5pPr>
              <a:defRPr sz="2109"/>
            </a:lvl5pPr>
            <a:lvl6pPr>
              <a:defRPr sz="2109"/>
            </a:lvl6pPr>
            <a:lvl7pPr>
              <a:defRPr sz="2109"/>
            </a:lvl7pPr>
            <a:lvl8pPr>
              <a:defRPr sz="2109"/>
            </a:lvl8pPr>
            <a:lvl9pPr>
              <a:defRPr sz="210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2321" y="1513582"/>
            <a:ext cx="3173605" cy="4947606"/>
          </a:xfrm>
        </p:spPr>
        <p:txBody>
          <a:bodyPr/>
          <a:lstStyle>
            <a:lvl1pPr marL="0" indent="0">
              <a:buNone/>
              <a:defRPr sz="1477"/>
            </a:lvl1pPr>
            <a:lvl2pPr marL="482209" indent="0">
              <a:buNone/>
              <a:defRPr sz="1266"/>
            </a:lvl2pPr>
            <a:lvl3pPr marL="964418" indent="0">
              <a:buNone/>
              <a:defRPr sz="1055"/>
            </a:lvl3pPr>
            <a:lvl4pPr marL="1446627" indent="0">
              <a:buNone/>
              <a:defRPr sz="949"/>
            </a:lvl4pPr>
            <a:lvl5pPr marL="1928835" indent="0">
              <a:buNone/>
              <a:defRPr sz="949"/>
            </a:lvl5pPr>
            <a:lvl6pPr marL="2411044" indent="0">
              <a:buNone/>
              <a:defRPr sz="949"/>
            </a:lvl6pPr>
            <a:lvl7pPr marL="2893253" indent="0">
              <a:buNone/>
              <a:defRPr sz="949"/>
            </a:lvl7pPr>
            <a:lvl8pPr marL="3375462" indent="0">
              <a:buNone/>
              <a:defRPr sz="949"/>
            </a:lvl8pPr>
            <a:lvl9pPr marL="3857671" indent="0">
              <a:buNone/>
              <a:defRPr sz="9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375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0765" y="5063133"/>
            <a:ext cx="5787851" cy="597731"/>
          </a:xfrm>
        </p:spPr>
        <p:txBody>
          <a:bodyPr anchor="b"/>
          <a:lstStyle>
            <a:lvl1pPr algn="l">
              <a:defRPr sz="210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90765" y="646286"/>
            <a:ext cx="5787851" cy="4339828"/>
          </a:xfrm>
        </p:spPr>
        <p:txBody>
          <a:bodyPr/>
          <a:lstStyle>
            <a:lvl1pPr marL="0" indent="0">
              <a:buNone/>
              <a:defRPr sz="3375"/>
            </a:lvl1pPr>
            <a:lvl2pPr marL="482209" indent="0">
              <a:buNone/>
              <a:defRPr sz="2953"/>
            </a:lvl2pPr>
            <a:lvl3pPr marL="964418" indent="0">
              <a:buNone/>
              <a:defRPr sz="2531"/>
            </a:lvl3pPr>
            <a:lvl4pPr marL="1446627" indent="0">
              <a:buNone/>
              <a:defRPr sz="2109"/>
            </a:lvl4pPr>
            <a:lvl5pPr marL="1928835" indent="0">
              <a:buNone/>
              <a:defRPr sz="2109"/>
            </a:lvl5pPr>
            <a:lvl6pPr marL="2411044" indent="0">
              <a:buNone/>
              <a:defRPr sz="2109"/>
            </a:lvl6pPr>
            <a:lvl7pPr marL="2893253" indent="0">
              <a:buNone/>
              <a:defRPr sz="2109"/>
            </a:lvl7pPr>
            <a:lvl8pPr marL="3375462" indent="0">
              <a:buNone/>
              <a:defRPr sz="2109"/>
            </a:lvl8pPr>
            <a:lvl9pPr marL="3857671" indent="0">
              <a:buNone/>
              <a:defRPr sz="210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90765" y="5660864"/>
            <a:ext cx="5787851" cy="848878"/>
          </a:xfrm>
        </p:spPr>
        <p:txBody>
          <a:bodyPr/>
          <a:lstStyle>
            <a:lvl1pPr marL="0" indent="0">
              <a:buNone/>
              <a:defRPr sz="1477"/>
            </a:lvl1pPr>
            <a:lvl2pPr marL="482209" indent="0">
              <a:buNone/>
              <a:defRPr sz="1266"/>
            </a:lvl2pPr>
            <a:lvl3pPr marL="964418" indent="0">
              <a:buNone/>
              <a:defRPr sz="1055"/>
            </a:lvl3pPr>
            <a:lvl4pPr marL="1446627" indent="0">
              <a:buNone/>
              <a:defRPr sz="949"/>
            </a:lvl4pPr>
            <a:lvl5pPr marL="1928835" indent="0">
              <a:buNone/>
              <a:defRPr sz="949"/>
            </a:lvl5pPr>
            <a:lvl6pPr marL="2411044" indent="0">
              <a:buNone/>
              <a:defRPr sz="949"/>
            </a:lvl6pPr>
            <a:lvl7pPr marL="2893253" indent="0">
              <a:buNone/>
              <a:defRPr sz="949"/>
            </a:lvl7pPr>
            <a:lvl8pPr marL="3375462" indent="0">
              <a:buNone/>
              <a:defRPr sz="949"/>
            </a:lvl8pPr>
            <a:lvl9pPr marL="3857671" indent="0">
              <a:buNone/>
              <a:defRPr sz="9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5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684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93653" y="289658"/>
            <a:ext cx="2170444" cy="61715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2321" y="289658"/>
            <a:ext cx="6350558" cy="61715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28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613" y="2284254"/>
            <a:ext cx="10670779" cy="228950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8793" b="1">
                <a:solidFill>
                  <a:schemeClr val="bg1"/>
                </a:solidFill>
              </a:defRPr>
            </a:lvl1pPr>
            <a:lvl2pPr marL="609007" indent="0">
              <a:buNone/>
              <a:defRPr/>
            </a:lvl2pPr>
          </a:lstStyle>
          <a:p>
            <a:pPr lvl="0"/>
            <a:r>
              <a:rPr lang="en-US" dirty="0"/>
              <a:t>Click to edit big idea, statement or subject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0CCBF-ECBB-8D0A-7760-9C09A8DCA070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34C45C-E7A5-5950-4EC8-A0C9DD2B4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4A4C2F-986E-EA32-C193-4B16258053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F89DA65-DEB8-60CE-3119-C54CD2F81D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0A3EE42-0227-D024-FDFC-83E58AB89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71D7F0F-66ED-5122-7E93-2CCDC18FB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827DA00-4AC6-AE82-9263-31F727C178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</p:grpSp>
    </p:spTree>
    <p:extLst>
      <p:ext uri="{BB962C8B-B14F-4D97-AF65-F5344CB8AC3E}">
        <p14:creationId xmlns:p14="http://schemas.microsoft.com/office/powerpoint/2010/main" val="48565576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321" y="1687711"/>
            <a:ext cx="8681776" cy="4773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2321" y="6703963"/>
            <a:ext cx="2250831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95859" y="6703963"/>
            <a:ext cx="3054699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13266" y="6703963"/>
            <a:ext cx="2250831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7E6F169F-4747-3D14-9542-4F34E8B206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018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4" r:id="rId12"/>
  </p:sldLayoutIdLst>
  <p:txStyles>
    <p:titleStyle>
      <a:lvl1pPr algn="ctr" defTabSz="964418" rtl="0" eaLnBrk="1" latinLnBrk="0" hangingPunct="1">
        <a:spcBef>
          <a:spcPct val="0"/>
        </a:spcBef>
        <a:buNone/>
        <a:defRPr sz="464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1657" indent="-361657" algn="l" defTabSz="964418" rtl="0" eaLnBrk="1" latinLnBrk="0" hangingPunct="1">
        <a:spcBef>
          <a:spcPct val="20000"/>
        </a:spcBef>
        <a:buFont typeface="Arial" pitchFamily="34" charset="0"/>
        <a:buChar char="•"/>
        <a:defRPr sz="3375" kern="1200">
          <a:solidFill>
            <a:schemeClr val="tx1"/>
          </a:solidFill>
          <a:latin typeface="+mn-lt"/>
          <a:ea typeface="+mn-ea"/>
          <a:cs typeface="+mn-cs"/>
        </a:defRPr>
      </a:lvl1pPr>
      <a:lvl2pPr marL="783589" indent="-301381" algn="l" defTabSz="964418" rtl="0" eaLnBrk="1" latinLnBrk="0" hangingPunct="1">
        <a:spcBef>
          <a:spcPct val="20000"/>
        </a:spcBef>
        <a:buFont typeface="Arial" pitchFamily="34" charset="0"/>
        <a:buChar char="–"/>
        <a:defRPr sz="2953" kern="1200">
          <a:solidFill>
            <a:schemeClr val="tx1"/>
          </a:solidFill>
          <a:latin typeface="+mn-lt"/>
          <a:ea typeface="+mn-ea"/>
          <a:cs typeface="+mn-cs"/>
        </a:defRPr>
      </a:lvl2pPr>
      <a:lvl3pPr marL="1205522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531" kern="1200">
          <a:solidFill>
            <a:schemeClr val="tx1"/>
          </a:solidFill>
          <a:latin typeface="+mn-lt"/>
          <a:ea typeface="+mn-ea"/>
          <a:cs typeface="+mn-cs"/>
        </a:defRPr>
      </a:lvl3pPr>
      <a:lvl4pPr marL="1687731" indent="-241104" algn="l" defTabSz="964418" rtl="0" eaLnBrk="1" latinLnBrk="0" hangingPunct="1">
        <a:spcBef>
          <a:spcPct val="20000"/>
        </a:spcBef>
        <a:buFont typeface="Arial" pitchFamily="34" charset="0"/>
        <a:buChar char="–"/>
        <a:defRPr sz="2109" kern="1200">
          <a:solidFill>
            <a:schemeClr val="tx1"/>
          </a:solidFill>
          <a:latin typeface="+mn-lt"/>
          <a:ea typeface="+mn-ea"/>
          <a:cs typeface="+mn-cs"/>
        </a:defRPr>
      </a:lvl4pPr>
      <a:lvl5pPr marL="2169940" indent="-241104" algn="l" defTabSz="964418" rtl="0" eaLnBrk="1" latinLnBrk="0" hangingPunct="1">
        <a:spcBef>
          <a:spcPct val="20000"/>
        </a:spcBef>
        <a:buFont typeface="Arial" pitchFamily="34" charset="0"/>
        <a:buChar char="»"/>
        <a:defRPr sz="2109" kern="1200">
          <a:solidFill>
            <a:schemeClr val="tx1"/>
          </a:solidFill>
          <a:latin typeface="+mn-lt"/>
          <a:ea typeface="+mn-ea"/>
          <a:cs typeface="+mn-cs"/>
        </a:defRPr>
      </a:lvl5pPr>
      <a:lvl6pPr marL="2652149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6pPr>
      <a:lvl7pPr marL="3134357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7pPr>
      <a:lvl8pPr marL="3616566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8pPr>
      <a:lvl9pPr marL="4098775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1pPr>
      <a:lvl2pPr marL="482209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2pPr>
      <a:lvl3pPr marL="964418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3pPr>
      <a:lvl4pPr marL="1446627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4pPr>
      <a:lvl5pPr marL="1928835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5pPr>
      <a:lvl6pPr marL="2411044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6pPr>
      <a:lvl7pPr marL="2893253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7pPr>
      <a:lvl8pPr marL="3375462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8pPr>
      <a:lvl9pPr marL="3857671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A63695-6735-4CD9-BD4C-80E9698F2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自进化调研及OpenClaw-RL 方法总览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9802A3-7BFB-4341-AA58-ACF0DC4170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632" y="1600200"/>
            <a:ext cx="5303520" cy="4572000"/>
          </a:xfrm>
        </p:spPr>
        <p:txBody>
          <a:bodyPr wrap="square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① 自进化的理解</a:t>
            </a:r>
            <a:r>
              <a:rPr lang="zh-CN" altLang="en-US" sz="1500" noProof="1">
                <a:latin typeface="Segoe UI"/>
                <a:ea typeface="微软雅黑"/>
              </a:rPr>
              <a:t>　（综述 [1]）</a:t>
            </a:r>
            <a:endParaRPr lang="en-US" altLang="zh-CN" dirty="0"/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noProof="1">
                <a:latin typeface="Segoe UI"/>
                <a:ea typeface="微软雅黑"/>
              </a:rPr>
              <a:t>“…agentic AI is no longer defined only by what a model can infer from static data, but by how a </a:t>
            </a:r>
            <a:r>
              <a:rPr lang="zh-CN" altLang="en-US" sz="1300" b="1" noProof="1">
                <a:latin typeface="Segoe UI"/>
                <a:ea typeface="微软雅黑"/>
              </a:rPr>
              <a:t>deployed system </a:t>
            </a:r>
            <a:r>
              <a:rPr lang="zh-CN" altLang="en-US" sz="1300" noProof="1">
                <a:latin typeface="Segoe UI"/>
                <a:ea typeface="微软雅黑"/>
              </a:rPr>
              <a:t>accumulates, organizes, and reuses experience from </a:t>
            </a:r>
            <a:r>
              <a:rPr lang="zh-CN" altLang="en-US" sz="1300" b="1" noProof="1">
                <a:latin typeface="Segoe UI"/>
                <a:ea typeface="微软雅黑"/>
              </a:rPr>
              <a:t>interaction</a:t>
            </a:r>
            <a:r>
              <a:rPr lang="zh-CN" altLang="en-US" sz="1300" noProof="1">
                <a:latin typeface="Segoe UI"/>
                <a:ea typeface="微软雅黑"/>
              </a:rPr>
              <a:t>.”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② 经验的五个更新层面</a:t>
            </a:r>
            <a:r>
              <a:rPr lang="zh-CN" altLang="en-US" sz="1500" noProof="1">
                <a:latin typeface="Segoe UI"/>
                <a:ea typeface="微软雅黑"/>
              </a:rPr>
              <a:t>　（同上）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noProof="1">
                <a:latin typeface="Segoe UI"/>
                <a:ea typeface="微软雅黑"/>
              </a:rPr>
              <a:t>reusable skill / persistent memory / verifiable environment feedback / </a:t>
            </a:r>
            <a:r>
              <a:rPr lang="zh-CN" altLang="en-US" sz="1300" b="1" noProof="1">
                <a:latin typeface="Segoe UI"/>
                <a:ea typeface="微软雅黑"/>
              </a:rPr>
              <a:t>trainable model behavior</a:t>
            </a:r>
            <a:r>
              <a:rPr lang="zh-CN" altLang="en-US" sz="1300" noProof="1">
                <a:latin typeface="Segoe UI"/>
                <a:ea typeface="微软雅黑"/>
              </a:rPr>
              <a:t> / meta-level control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③ 本次实验的主要难点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noProof="1">
                <a:latin typeface="Segoe UI"/>
                <a:ea typeface="微软雅黑"/>
              </a:rPr>
              <a:t>不在 RL 算法本身，而在“经验 → 更新”这条链路：信号怎么提取、怎么区分环境故障与模型失败、训练怎么在真实运行时里跑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④ 本次工作的定位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b="1" noProof="1">
                <a:latin typeface="Segoe UI"/>
                <a:ea typeface="微软雅黑"/>
              </a:rPr>
              <a:t>OpenClaw-RL</a:t>
            </a:r>
            <a:r>
              <a:rPr lang="zh-CN" altLang="en-US" sz="1300" noProof="1">
                <a:latin typeface="Segoe UI"/>
                <a:ea typeface="微软雅黑"/>
              </a:rPr>
              <a:t> ＝ </a:t>
            </a:r>
            <a:r>
              <a:rPr lang="zh-CN" altLang="en-US" sz="1300" b="1" noProof="1">
                <a:latin typeface="Segoe UI"/>
                <a:ea typeface="微软雅黑"/>
              </a:rPr>
              <a:t>模型权重</a:t>
            </a:r>
            <a:r>
              <a:rPr lang="zh-CN" altLang="en-US" sz="1300" noProof="1">
                <a:latin typeface="Segoe UI"/>
                <a:ea typeface="微软雅黑"/>
              </a:rPr>
              <a:t>这一层，训练直接跑在真实对话流中 —— 对话本身就是训练信号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E1BF21-69A6-41E3-BFEA-C098016B98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1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632" y="632764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zh-CN" altLang="en-US" sz="950" noProof="1">
                <a:latin typeface="Segoe UI"/>
                <a:ea typeface="微软雅黑"/>
              </a:rPr>
              <a:t>[1] Self-Improving Agents in the Era of Experience: A Survey of Self- to Meta-Evolution (2026)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331720"/>
            <a:ext cx="5897880" cy="333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621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289657"/>
            <a:ext cx="6858000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OpenClaw-RL 实现方法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" y="1687711"/>
            <a:ext cx="6858000" cy="4773477"/>
          </a:xfrm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① 三个角色，一套真实环境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Simulator（Qwen3-32B）按人设扮演 Student / TA / Teacher，在 OpenClaw 里与 Policy（Qwen3-4B）对话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② 两种训练顺序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b="1" noProof="1">
                <a:latin typeface="Segoe UI"/>
                <a:ea typeface="微软雅黑"/>
              </a:rPr>
              <a:t>Separate</a:t>
            </a:r>
            <a:r>
              <a:rPr lang="zh-CN" altLang="en-US" sz="1400" noProof="1">
                <a:latin typeface="Segoe UI"/>
                <a:ea typeface="微软雅黑"/>
              </a:rPr>
              <a:t>（本次已完成）：三角色各训一个模型，须依次进行　｜　</a:t>
            </a:r>
            <a:r>
              <a:rPr lang="zh-CN" altLang="en-US" sz="1400" b="1" noProof="1">
                <a:latin typeface="Segoe UI"/>
                <a:ea typeface="微软雅黑"/>
              </a:rPr>
              <a:t>Joint</a:t>
            </a:r>
            <a:r>
              <a:rPr lang="zh-CN" altLang="en-US" sz="1400" noProof="1">
                <a:latin typeface="Segoe UI"/>
                <a:ea typeface="微软雅黑"/>
              </a:rPr>
              <a:t>：三角色共享一个模型，同时训练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③ 一次回复，两条去向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对话循环：回复照常送回用户　｜　训练循环：同一次回复交给判官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④ 两类信号，同一个判官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Eval 判官答“好不好”→ GRPO；Hint 判官答“该怎么改”→ OPD。同一份 PRM 权重，只是提示词不同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⑤ 一次反传，权重回流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两个损失加权合并后一次更新，新权重同步回线上 Policy</a:t>
            </a:r>
          </a:p>
          <a:p>
            <a:pPr marL="0" indent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zh-CN" altLang="en-US" sz="1600" noProof="1">
                <a:latin typeface="Segoe UI"/>
                <a:ea typeface="微软雅黑"/>
              </a:rPr>
              <a:t>训练与对话</a:t>
            </a:r>
            <a:r>
              <a:rPr lang="zh-CN" altLang="en-US" sz="1600" b="1" noProof="1">
                <a:latin typeface="Segoe UI"/>
                <a:ea typeface="微软雅黑"/>
              </a:rPr>
              <a:t>异步并行</a:t>
            </a:r>
            <a:r>
              <a:rPr lang="zh-CN" altLang="en-US" sz="1600" noProof="1">
                <a:latin typeface="Segoe UI"/>
                <a:ea typeface="微软雅黑"/>
              </a:rPr>
              <a:t>：回应照常送出，权重在线更新，全程不停机</a:t>
            </a:r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B2743E83-F1A3-D176-F18E-8F9D99B55A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8265" y="320040"/>
            <a:ext cx="4400374" cy="6217920"/>
          </a:xfrm>
          <a:prstGeom prst="rect">
            <a:avLst/>
          </a:prstGeom>
        </p:spPr>
      </p:pic>
      <p:sp>
        <p:nvSpPr>
          <p:cNvPr id="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2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OpenClaw-RL复现实验结果</a:t>
            </a: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3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4632" y="1481328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300" b="1" noProof="1">
                <a:latin typeface="Segoe UI"/>
                <a:ea typeface="微软雅黑"/>
              </a:rPr>
              <a:t>论文 Table 3 · 达到收敛所需的 session 数（越小越好）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865376"/>
            <a:ext cx="5074920" cy="145809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4632" y="3456432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100" b="0" noProof="1">
                <a:latin typeface="Segoe UI"/>
                <a:ea typeface="微软雅黑"/>
              </a:rPr>
              <a:t>高亮格 19.2 = 本次复现对应的 Separate / Student / Hybrid 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3931920"/>
            <a:ext cx="5074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本次复现结果</a:t>
            </a:r>
          </a:p>
          <a:p>
            <a:pPr>
              <a:spcAft>
                <a:spcPts val="200"/>
              </a:spcAft>
            </a:pPr>
            <a:r>
              <a:rPr lang="zh-CN" altLang="en-US" sz="1200" noProof="1">
                <a:latin typeface="Segoe UI"/>
                <a:ea typeface="微软雅黑"/>
              </a:rPr>
              <a:t>论文    </a:t>
            </a:r>
            <a:r>
              <a:rPr lang="en-US" altLang="zh-CN" sz="1200" noProof="1">
                <a:latin typeface="Segoe UI"/>
                <a:ea typeface="微软雅黑"/>
              </a:rPr>
              <a:t>————</a:t>
            </a:r>
            <a:r>
              <a:rPr lang="zh-CN" altLang="en-US" sz="1200" noProof="1">
                <a:latin typeface="Segoe UI"/>
                <a:ea typeface="微软雅黑"/>
              </a:rPr>
              <a:t>　</a:t>
            </a:r>
            <a:r>
              <a:rPr lang="zh-CN" altLang="en-US" sz="2400" b="1" noProof="1">
                <a:latin typeface="Segoe UI"/>
                <a:ea typeface="微软雅黑"/>
              </a:rPr>
              <a:t>19.2</a:t>
            </a:r>
          </a:p>
          <a:p>
            <a:pPr>
              <a:spcAft>
                <a:spcPts val="200"/>
              </a:spcAft>
            </a:pPr>
            <a:r>
              <a:rPr lang="zh-CN" altLang="en-US" sz="1200" noProof="1">
                <a:latin typeface="Segoe UI"/>
                <a:ea typeface="微软雅黑"/>
              </a:rPr>
              <a:t>本次复现    </a:t>
            </a:r>
            <a:r>
              <a:rPr lang="en-US" altLang="zh-CN" sz="1200" noProof="1">
                <a:latin typeface="Segoe UI"/>
                <a:ea typeface="微软雅黑"/>
              </a:rPr>
              <a:t>——</a:t>
            </a:r>
            <a:r>
              <a:rPr lang="zh-CN" altLang="en-US" sz="1200" noProof="1">
                <a:latin typeface="Segoe UI"/>
                <a:ea typeface="微软雅黑"/>
              </a:rPr>
              <a:t>　</a:t>
            </a:r>
            <a:r>
              <a:rPr lang="zh-CN" altLang="en-US" sz="2400" b="1" noProof="1">
                <a:latin typeface="Segoe UI"/>
                <a:ea typeface="微软雅黑"/>
              </a:rPr>
              <a:t>20</a:t>
            </a: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配置：Policy / PRM = Qwen3-4B-Thinking-2507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　　　Simulator = DeepSeek-V4-Flash　｜　GSM8K　｜　Separate-Student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判定：rule-based，连续 3 个 session 的 Turn 1 回复均满足偏好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第 18 个 session 起共 15 次有效回复，14 次 Turn 1 直接达标，仅 1 次退化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463040"/>
            <a:ext cx="6514424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1" y="112836"/>
            <a:ext cx="4964523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方法泛化方案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" y="4460327"/>
            <a:ext cx="5394960" cy="2233081"/>
          </a:xfrm>
        </p:spPr>
        <p:txBody>
          <a:bodyPr wrap="square">
            <a:normAutofit/>
          </a:bodyPr>
          <a:lstStyle/>
          <a:p>
            <a:pPr marL="0" indent="0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zh-CN" altLang="en-US" sz="1350" b="1" noProof="1">
                <a:latin typeface="Segoe UI"/>
                <a:ea typeface="微软雅黑"/>
              </a:rPr>
              <a:t>① 任务背景</a:t>
            </a:r>
          </a:p>
          <a:p>
            <a:pPr marL="228600" lvl="1" indent="0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zh-CN" altLang="en-US" sz="1150" noProof="1">
                <a:latin typeface="Segoe UI"/>
                <a:ea typeface="微软雅黑"/>
              </a:rPr>
              <a:t>方法已在 Personal Agent 场景复现校准，换到 </a:t>
            </a:r>
            <a:r>
              <a:rPr lang="zh-CN" altLang="en-US" sz="1150" b="1" noProof="1">
                <a:latin typeface="Segoe UI"/>
                <a:ea typeface="微软雅黑"/>
              </a:rPr>
              <a:t>MetaClaw-Bench</a:t>
            </a:r>
            <a:r>
              <a:rPr lang="zh-CN" altLang="en-US" sz="1150" noProof="1">
                <a:latin typeface="Segoe UI"/>
                <a:ea typeface="微软雅黑"/>
              </a:rPr>
              <a:t>（30 天连续任务流、CLI agent）验证能否迁移</a:t>
            </a:r>
          </a:p>
          <a:p>
            <a:pPr marL="0" indent="0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zh-CN" altLang="en-US" sz="1350" b="1" noProof="1">
                <a:latin typeface="Segoe UI"/>
                <a:ea typeface="微软雅黑"/>
              </a:rPr>
              <a:t>② 按题隔离：训练有效果</a:t>
            </a:r>
          </a:p>
          <a:p>
            <a:pPr marL="228600" lvl="1" indent="0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zh-CN" altLang="en-US" sz="1150" noProof="1">
                <a:latin typeface="Segoe UI"/>
                <a:ea typeface="微软雅黑"/>
              </a:rPr>
              <a:t>day 6 相对同路径 day 0：Acc +2.9pt / Compl +1.8pt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4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5" name="Picture 4" descr="metaclaw_migratio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8028" y="176565"/>
            <a:ext cx="6015547" cy="65168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4076279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</a:pPr>
            <a:r>
              <a:rPr lang="zh-CN" altLang="en-US" sz="1000" noProof="1">
                <a:latin typeface="Segoe UI"/>
                <a:ea typeface="微软雅黑"/>
              </a:rPr>
              <a:t>上表为本次按题隔离，不与论文 Table 1 数字直接对比</a:t>
            </a:r>
          </a:p>
        </p:txBody>
      </p:sp>
      <p:pic>
        <p:nvPicPr>
          <p:cNvPr id="8" name="Picture 7" descr="table1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987552"/>
            <a:ext cx="5394960" cy="141617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4632" y="2440305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b="1" noProof="1">
                <a:latin typeface="Segoe UI"/>
                <a:ea typeface="微软雅黑"/>
              </a:rPr>
              <a:t>论文 Table 1　·　Part I / Part II 全表（Acc. / Compl.）</a:t>
            </a:r>
          </a:p>
        </p:txBody>
      </p:sp>
      <p:pic>
        <p:nvPicPr>
          <p:cNvPr id="10" name="Picture 9" descr="perq_k0_k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2714625"/>
            <a:ext cx="5394960" cy="13250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256032"/>
            <a:ext cx="11155680" cy="822960"/>
          </a:xfrm>
        </p:spPr>
        <p:txBody>
          <a:bodyPr/>
          <a:lstStyle/>
          <a:p>
            <a:pPr algn="l"/>
            <a:r>
              <a:rPr lang="zh-CN" altLang="en-US" sz="2600" b="1" noProof="1">
                <a:latin typeface="Segoe UI"/>
                <a:ea typeface="微软雅黑"/>
              </a:rPr>
              <a:t>按天隔离实验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0" y="4224528"/>
            <a:ext cx="5605272" cy="2011680"/>
          </a:xfrm>
        </p:spPr>
        <p:txBody>
          <a:bodyPr wrap="square"/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1800" b="1" noProof="1">
                <a:latin typeface="Segoe UI"/>
                <a:ea typeface="微软雅黑"/>
              </a:rPr>
              <a:t>结论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zh-CN" altLang="en-US" sz="1400" noProof="1">
                <a:latin typeface="Segoe UI"/>
                <a:ea typeface="微软雅黑"/>
              </a:rPr>
              <a:t>① 前八天 Acc 升、Compl 持平；day09–20 相对基线 Acc/Compl 都掉（+5.5pt → −33pt）。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zh-CN" altLang="en-US" sz="1400" noProof="1">
                <a:latin typeface="Segoe UI"/>
                <a:ea typeface="微软雅黑"/>
              </a:rPr>
              <a:t>② 后半崩，是因为 day09 起大部分题目 timeout。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noProof="1">
                <a:latin typeface="Segoe UI"/>
                <a:ea typeface="微软雅黑"/>
              </a:rPr>
              <a:t>③ timeout 基本是重复 thinking 把 context 顶满。day09 一次 MAIN turn：同一句 ×1388，thinking 15.9 万字，finish_reason=length。</a:t>
            </a: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5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005840"/>
            <a:ext cx="11155680" cy="312359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4224528"/>
            <a:ext cx="5394960" cy="160902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67669" y="6169723"/>
            <a:ext cx="865666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noProof="1">
                <a:latin typeface="Segoe UI"/>
                <a:ea typeface="微软雅黑"/>
              </a:rPr>
              <a:t>The user's message is a user instruction, so the assistant's response is a tool call to the write tool.   </a:t>
            </a:r>
            <a:r>
              <a:rPr lang="zh-CN" altLang="en-US" sz="1500" b="1" noProof="1">
                <a:solidFill>
                  <a:srgbClr val="B02A2A"/>
                </a:solidFill>
                <a:latin typeface="Segoe UI"/>
                <a:ea typeface="微软雅黑"/>
              </a:rPr>
              <a:t>×1388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54CF6A62-F30D-BE3B-8824-163E6F4DB6E5}"/>
              </a:ext>
            </a:extLst>
          </p:cNvPr>
          <p:cNvGrpSpPr/>
          <p:nvPr/>
        </p:nvGrpSpPr>
        <p:grpSpPr>
          <a:xfrm>
            <a:off x="3163489" y="2363511"/>
            <a:ext cx="5865022" cy="2130977"/>
            <a:chOff x="3122505" y="1346200"/>
            <a:chExt cx="5560910" cy="2020482"/>
          </a:xfrm>
        </p:grpSpPr>
        <p:sp>
          <p:nvSpPr>
            <p:cNvPr id="2" name="TextBox 1"/>
            <p:cNvSpPr txBox="1"/>
            <p:nvPr/>
          </p:nvSpPr>
          <p:spPr>
            <a:xfrm>
              <a:off x="3122505" y="1346200"/>
              <a:ext cx="5560910" cy="1466074"/>
            </a:xfrm>
            <a:prstGeom prst="rect">
              <a:avLst/>
            </a:prstGeom>
            <a:solidFill>
              <a:srgbClr val="FFFFFF">
                <a:alpha val="0"/>
              </a:srgbClr>
            </a:solidFill>
          </p:spPr>
          <p:txBody>
            <a:bodyPr wrap="square" lIns="33486" tIns="13395" rIns="33486" bIns="13395" rtlCol="0" anchor="t">
              <a:spAutoFit/>
            </a:bodyPr>
            <a:lstStyle/>
            <a:p>
              <a:pPr algn="ctr" defTabSz="964418" latinLnBrk="1">
                <a:lnSpc>
                  <a:spcPct val="90000"/>
                </a:lnSpc>
              </a:pPr>
              <a:r>
                <a:rPr lang="zh-CN" altLang="en-US" sz="10969" i="1" noProof="1">
                  <a:gradFill>
                    <a:gsLst>
                      <a:gs pos="0">
                        <a:srgbClr val="F36629"/>
                      </a:gs>
                      <a:gs pos="100000">
                        <a:srgbClr val="FF9E3A"/>
                      </a:gs>
                    </a:gsLst>
                    <a:lin ang="5400000" scaled="1"/>
                  </a:gradFill>
                  <a:latin typeface="PangMenZhengDao" panose="02010600030101010101" pitchFamily="2" charset="-122"/>
                  <a:ea typeface="PangMenZhengDao" panose="02010600030101010101" pitchFamily="2" charset="-122"/>
                </a:rPr>
                <a:t>THANKS</a:t>
              </a:r>
            </a:p>
          </p:txBody>
        </p:sp>
        <p:sp>
          <p:nvSpPr>
            <p:cNvPr id="10" name="TextBox 1">
              <a:extLst>
                <a:ext uri="{FF2B5EF4-FFF2-40B4-BE49-F238E27FC236}">
                  <a16:creationId xmlns:a16="http://schemas.microsoft.com/office/drawing/2014/main" id="{2B692CD4-E07B-3BDB-B3CF-D41A31F90541}"/>
                </a:ext>
              </a:extLst>
            </p:cNvPr>
            <p:cNvSpPr txBox="1"/>
            <p:nvPr/>
          </p:nvSpPr>
          <p:spPr>
            <a:xfrm>
              <a:off x="3234172" y="2593189"/>
              <a:ext cx="5337576" cy="773493"/>
            </a:xfrm>
            <a:prstGeom prst="rect">
              <a:avLst/>
            </a:prstGeom>
            <a:solidFill>
              <a:srgbClr val="FFFFFF">
                <a:alpha val="0"/>
              </a:srgbClr>
            </a:solidFill>
          </p:spPr>
          <p:txBody>
            <a:bodyPr wrap="square" lIns="33486" tIns="13395" rIns="33486" bIns="13395" rtlCol="0" anchor="t">
              <a:spAutoFit/>
            </a:bodyPr>
            <a:lstStyle/>
            <a:p>
              <a:pPr algn="ctr" defTabSz="964418" latinLnBrk="1">
                <a:lnSpc>
                  <a:spcPct val="90000"/>
                </a:lnSpc>
              </a:pPr>
              <a:r>
                <a:rPr lang="zh-CN" altLang="en-US" sz="5695" i="1" spc="-158" noProof="1">
                  <a:gradFill>
                    <a:gsLst>
                      <a:gs pos="0">
                        <a:srgbClr val="F36629"/>
                      </a:gs>
                      <a:gs pos="100000">
                        <a:srgbClr val="FF9E3A"/>
                      </a:gs>
                    </a:gsLst>
                    <a:lin ang="5400000" scaled="1"/>
                  </a:gradFill>
                  <a:latin typeface="PangMenZhengDao" panose="02010600030101010101" pitchFamily="2" charset="-122"/>
                  <a:ea typeface="PangMenZhengDao" panose="02010600030101010101" pitchFamily="2" charset="-122"/>
                </a:rPr>
                <a:t>FOR WATCHING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3135686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1574</Words>
  <Application>Microsoft Office PowerPoint</Application>
  <PresentationFormat>宽屏</PresentationFormat>
  <Paragraphs>53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PangMenZhengDao</vt:lpstr>
      <vt:lpstr>等线</vt:lpstr>
      <vt:lpstr>Arial</vt:lpstr>
      <vt:lpstr>Calibri</vt:lpstr>
      <vt:lpstr>Segoe UI</vt:lpstr>
      <vt:lpstr>Office Theme</vt:lpstr>
      <vt:lpstr>自进化调研及OpenClaw-RL 方法总览</vt:lpstr>
      <vt:lpstr>OpenClaw-RL 实现方法</vt:lpstr>
      <vt:lpstr>OpenClaw-RL复现实验结果</vt:lpstr>
      <vt:lpstr>方法泛化方案</vt:lpstr>
      <vt:lpstr>按天隔离实验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Shuo Shuo28 Wang</dc:creator>
  <cp:lastModifiedBy>#MAO ZEHUI#</cp:lastModifiedBy>
  <cp:revision>22</cp:revision>
  <dcterms:created xsi:type="dcterms:W3CDTF">2025-08-12T09:33:41Z</dcterms:created>
  <dcterms:modified xsi:type="dcterms:W3CDTF">2026-09-17T08:16:38Z</dcterms:modified>
</cp:coreProperties>
</file>
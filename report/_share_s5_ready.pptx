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61" r:id="rId2"/>
    <p:sldId id="368" r:id="rId3"/>
    <p:sldId id="369" r:id="rId4"/>
    <p:sldId id="370" r:id="rId5"/>
    <p:sldId id="371" r:id="rId14"/>
    <p:sldId id="36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1"/>
            <p14:sldId id="368"/>
            <p14:sldId id="369"/>
            <p14:sldId id="370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自进化调研及OpenClaw-RL 方法总览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    </a:t>
            </a:r>
            <a:r>
              <a:rPr lang="en-US" altLang="zh-CN" sz="1200" noProof="1">
                <a:latin typeface="Segoe UI"/>
                <a:ea typeface="微软雅黑"/>
              </a:rPr>
              <a:t>————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    </a:t>
            </a:r>
            <a:r>
              <a:rPr lang="en-US" altLang="zh-CN" sz="1200" noProof="1">
                <a:latin typeface="Segoe UI"/>
                <a:ea typeface="微软雅黑"/>
              </a:rPr>
              <a:t>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4460327"/>
            <a:ext cx="5394960" cy="2233081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1" lang="zh-CN" altLang="en-US" noProof="1">
                <a:latin typeface="Segoe UI"/>
                <a:ea typeface="微软雅黑"/>
              </a:rPr>
              <a:t>① 任务背景</a:t>
            </a:r>
          </a:p>
          <a:p>
            <a:pPr lvl="1" marL="22860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lang="zh-CN" altLang="en-US" noProof="1">
                <a:latin typeface="Segoe UI"/>
                <a:ea typeface="微软雅黑"/>
              </a:rPr>
              <a:t>方法已在 Personal Agent 场景复现校准，换到 </a:t>
            </a:r>
            <a:r>
              <a:rPr sz="1150" b="1" lang="zh-CN" altLang="en-US" noProof="1">
                <a:latin typeface="Segoe UI"/>
                <a:ea typeface="微软雅黑"/>
              </a:rPr>
              <a:t>MetaClaw-Bench</a:t>
            </a:r>
            <a:r>
              <a:rPr sz="1150" lang="zh-CN" altLang="en-US" noProof="1">
                <a:latin typeface="Segoe UI"/>
                <a:ea typeface="微软雅黑"/>
              </a:rPr>
              <a:t>（30 天连续任务流、CLI agent）验证能否迁移</a:t>
            </a:r>
          </a:p>
          <a:p>
            <a:pPr marL="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1" lang="zh-CN" altLang="en-US" noProof="1">
                <a:latin typeface="Segoe UI"/>
                <a:ea typeface="微软雅黑"/>
              </a:rPr>
              <a:t>② 按题隔离：训练有效果</a:t>
            </a:r>
          </a:p>
          <a:p>
            <a:pPr lvl="1" marL="22860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lang="zh-CN" altLang="en-US" noProof="1">
                <a:latin typeface="Segoe UI"/>
                <a:ea typeface="微软雅黑"/>
              </a:rPr>
              <a:t>day 6 相对同路径 day 0：Acc +2.9pt / Compl +1.8pt</a:t>
            </a:r>
            <a:r>
              <a:rPr sz="1150" b="1" lang="zh-CN" altLang="en-US" noProof="1">
                <a:latin typeface="Segoe UI"/>
                <a:ea typeface="微软雅黑"/>
              </a:rPr>
              <a:t/>
            </a:r>
            <a:r>
              <a:rPr sz="1150" lang="zh-CN" altLang="en-US" noProof="1">
                <a:latin typeface="Segoe UI"/>
                <a:ea typeface="微软雅黑"/>
              </a:rPr>
              <a:t/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407627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000" lang="zh-CN" altLang="en-US" noProof="1">
                <a:latin typeface="Segoe UI"/>
                <a:ea typeface="微软雅黑"/>
              </a:rPr>
              <a:t>上表为本次按题隔离，不与论文 Table 1 数字直接对比</a:t>
            </a:r>
          </a:p>
        </p:txBody>
      </p:sp>
      <p:pic>
        <p:nvPicPr>
          <p:cNvPr id="8" name="Picture 7" descr="table1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987552"/>
            <a:ext cx="5394960" cy="1416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" y="2440305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lang="zh-CN" altLang="en-US" noProof="1">
                <a:latin typeface="Segoe UI"/>
                <a:ea typeface="微软雅黑"/>
              </a:rPr>
              <a:t>论文 Table 1　·　Part I / Part II 全表（Acc. / Compl.）</a:t>
            </a:r>
          </a:p>
        </p:txBody>
      </p:sp>
      <p:pic>
        <p:nvPicPr>
          <p:cNvPr id="10" name="Picture 9" descr="perq_k0_k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" y="2714625"/>
            <a:ext cx="5394960" cy="13250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56032"/>
            <a:ext cx="11155680" cy="822960"/>
          </a:xfrm>
        </p:spPr>
        <p:txBody>
          <a:bodyPr/>
          <a:lstStyle/>
          <a:p>
            <a:pPr algn="l"/>
            <a:r>
              <a:rPr sz="2600" b="1" lang="zh-CN" altLang="en-US" noProof="1">
                <a:latin typeface="Segoe UI"/>
                <a:ea typeface="微软雅黑"/>
              </a:rPr>
              <a:t>按天隔离实验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0" y="4224528"/>
            <a:ext cx="5605272" cy="2194560"/>
          </a:xfrm>
        </p:spPr>
        <p:txBody>
          <a:bodyPr wrap="square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lang="zh-CN" altLang="en-US" noProof="1">
                <a:latin typeface="Segoe UI"/>
                <a:ea typeface="微软雅黑"/>
              </a:rPr>
              <a:t>timeout 从哪来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lang="zh-CN" altLang="en-US" noProof="1">
                <a:latin typeface="Segoe UI"/>
                <a:ea typeface="微软雅黑"/>
              </a:rPr>
              <a:t>timeout 基本是重复 thinking 把 context 顶满，不是题突然变难。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lang="zh-CN" altLang="en-US" noProof="1">
                <a:latin typeface="Segoe UI"/>
                <a:ea typeface="微软雅黑"/>
              </a:rPr>
              <a:t>例子：day09 一次 MAIN turn，同一句复读 1388 次，thinking 15.9 万字，finish_reason=length。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lang="zh-CN" altLang="en-US" noProof="1">
                <a:solidFill>
                  <a:srgbClr val="6E7682"/>
                </a:solidFill>
                <a:latin typeface="Segoe UI"/>
                <a:ea typeface="微软雅黑"/>
              </a:rPr>
              <a:t>“The user's message is a user instruction…” ×1388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1005840"/>
            <a:ext cx="11155680" cy="312359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" y="4224528"/>
            <a:ext cx="5394960" cy="16090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1298</Words>
  <Application>Microsoft Office PowerPoint</Application>
  <PresentationFormat>宽屏</PresentationFormat>
  <Paragraphs>46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PangMenZhengDao</vt:lpstr>
      <vt:lpstr>等线</vt:lpstr>
      <vt:lpstr>Arial</vt:lpstr>
      <vt:lpstr>Calibri</vt:lpstr>
      <vt:lpstr>Segoe UI</vt:lpstr>
      <vt:lpstr>Office Theme</vt:lpstr>
      <vt:lpstr>自进化调研及OpenClaw-RL 方法总览</vt:lpstr>
      <vt:lpstr>OpenClaw-RL 实现方法</vt:lpstr>
      <vt:lpstr>OpenClaw-RL复现实验结果</vt:lpstr>
      <vt:lpstr>方法泛化方案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21</cp:revision>
  <dcterms:created xsi:type="dcterms:W3CDTF">2025-08-12T09:33:41Z</dcterms:created>
  <dcterms:modified xsi:type="dcterms:W3CDTF">2026-09-17T01:54:03Z</dcterms:modified>
</cp:coreProperties>
</file>
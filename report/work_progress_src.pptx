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7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② 未来提升方向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目标：训练能稳定、有效地跑满完整 30 天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已定位并修复影响训练后期效率的根因，下一步在真实训练中验证效果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105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Segoe UI</vt:lpstr>
      <vt:lpstr>Office Theme</vt:lpstr>
      <vt:lpstr>工作完成情况 ｜ 方法泛化方案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21</cp:revision>
  <dcterms:created xsi:type="dcterms:W3CDTF">2025-08-12T09:33:41Z</dcterms:created>
  <dcterms:modified xsi:type="dcterms:W3CDTF">2026-08-31T02:50:28Z</dcterms:modified>
</cp:coreProperties>
</file>
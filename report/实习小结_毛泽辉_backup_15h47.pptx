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时间：8.20-8.31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工作目标及完成情况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4252" y="1595657"/>
            <a:ext cx="7384696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</a:t>
            </a:r>
            <a:r>
              <a:rPr lang="en-US" altLang="zh-CN" sz="2200" dirty="0">
                <a:latin typeface="Segoe UI"/>
                <a:ea typeface="微软雅黑"/>
              </a:rPr>
              <a:t>Agent </a:t>
            </a:r>
            <a:r>
              <a:rPr lang="zh-CN" altLang="en-US" sz="2200" dirty="0">
                <a:latin typeface="Segoe UI"/>
                <a:ea typeface="微软雅黑"/>
              </a:rPr>
              <a:t>自进化方向 </a:t>
            </a:r>
            <a:r>
              <a:rPr lang="en-US" altLang="zh-CN" sz="2200" dirty="0">
                <a:latin typeface="Segoe UI"/>
                <a:ea typeface="微软雅黑"/>
              </a:rPr>
              <a:t>—— </a:t>
            </a:r>
            <a:r>
              <a:rPr lang="zh-CN" altLang="en-US" sz="2200" dirty="0">
                <a:latin typeface="Segoe UI"/>
                <a:ea typeface="微软雅黑"/>
              </a:rPr>
              <a:t>复现前沿论文，并探索将方法泛化到新的数据场景</a:t>
            </a:r>
            <a:endParaRPr lang="zh-CN" altLang="en-US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997" y="765635"/>
            <a:ext cx="1844152" cy="1844152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42" y="1687711"/>
            <a:ext cx="1259186" cy="1001805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6588"/>
            <a:ext cx="1951393" cy="70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工作目标及完成情况（一）｜自进化调研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工作目标及完成情况（二）｜OpenClaw-RL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工作目标及完成情况（三）｜复现实验结果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工作目标及完成情况（四）｜方法泛化方案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2" y="1534288"/>
            <a:ext cx="8681776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收获一 ｜ 对 Agent 自进化形成了系统认知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结论</a:t>
            </a:r>
            <a:r>
              <a:rPr lang="zh-CN" altLang="en-US" sz="1500" noProof="1">
                <a:latin typeface="Segoe UI"/>
                <a:ea typeface="微软雅黑"/>
              </a:rPr>
              <a:t>：自进化是通往 AGI 的必要路径；当前没有一条技术路线是完备的，值得多方案并行探索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必要性</a:t>
            </a:r>
            <a:r>
              <a:rPr lang="zh-CN" altLang="en-US" sz="1500" noProof="1">
                <a:latin typeface="Segoe UI"/>
                <a:ea typeface="微软雅黑"/>
              </a:rPr>
              <a:t>：模型上线即冻结，而用户任务分布持续漂移 —— 能力衰减是必然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技术谱系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非参数化</a:t>
            </a:r>
            <a:r>
              <a:rPr lang="zh-CN" altLang="en-US" sz="1500" noProof="1">
                <a:latin typeface="Segoe UI"/>
                <a:ea typeface="微软雅黑"/>
              </a:rPr>
              <a:t>（记忆 / 技能库；零停机、见效快，但模型能力本身不变）　↔　</a:t>
            </a:r>
            <a:r>
              <a:rPr lang="zh-CN" altLang="en-US" sz="1500" b="1" noProof="1">
                <a:latin typeface="Segoe UI"/>
                <a:ea typeface="微软雅黑"/>
              </a:rPr>
              <a:t>参数化</a:t>
            </a:r>
            <a:r>
              <a:rPr lang="zh-CN" altLang="en-US" sz="1500" noProof="1">
                <a:latin typeface="Segoe UI"/>
                <a:ea typeface="微软雅黑"/>
              </a:rPr>
              <a:t>（权重更新；真正长能力，但代价高、传统需停机）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我的落点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复现并验证了 OpenClaw-RL 的核心机制</a:t>
            </a:r>
            <a:r>
              <a:rPr lang="zh-CN" altLang="en-US" sz="1500" noProof="1">
                <a:latin typeface="Segoe UI"/>
                <a:ea typeface="微软雅黑"/>
              </a:rPr>
              <a:t> —— 属于参数化一端，且把权重更新做进真实对话流，实现“边服务边进化”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收获二 ｜ 试用 </a:t>
            </a:r>
            <a:r>
              <a:rPr lang="en-US" altLang="zh-CN" sz="1800" b="1" noProof="1">
                <a:latin typeface="Segoe UI"/>
                <a:ea typeface="微软雅黑"/>
              </a:rPr>
              <a:t>M</a:t>
            </a:r>
            <a:r>
              <a:rPr lang="zh-CN" altLang="en-US" sz="1800" b="1" noProof="1">
                <a:latin typeface="Segoe UI"/>
                <a:ea typeface="微软雅黑"/>
              </a:rPr>
              <a:t>ultica平台，体验了另一条技术路线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试用了自研多智能体协作平台 multica，并在其上实际完成了一个完整产品的开发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体验到</a:t>
            </a:r>
            <a:r>
              <a:rPr lang="zh-CN" altLang="en-US" sz="1500" b="1" noProof="1">
                <a:latin typeface="Segoe UI"/>
                <a:ea typeface="微软雅黑"/>
              </a:rPr>
              <a:t>非参数化自进化</a:t>
            </a:r>
            <a:r>
              <a:rPr lang="zh-CN" altLang="en-US" sz="1500" noProof="1">
                <a:latin typeface="Segoe UI"/>
                <a:ea typeface="微软雅黑"/>
              </a:rPr>
              <a:t>的实际形态 —— 与收获一的参数化路线互为对照，印证了“两条路互补”的判断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直观看到了多智能体协作的优势；结合实际使用体验，向平台提出了多项改进意见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635" y="265109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475" y="1819414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750121" y="6473209"/>
            <a:ext cx="438805" cy="155410"/>
          </a:xfrm>
        </p:spPr>
        <p:txBody>
          <a:bodyPr/>
          <a:lstStyle/>
          <a:p>
            <a:pPr defTabSz="1218212">
              <a:defRPr/>
            </a:pPr>
            <a:fld id="{6D22F896-40B5-4ADD-8801-0D06FADFA095}" type="slidenum">
              <a:rPr lang="en-US">
                <a:solidFill>
                  <a:srgbClr val="000000"/>
                </a:solidFill>
                <a:latin typeface="Calibri"/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590</Words>
  <Application>Microsoft Office PowerPoint</Application>
  <PresentationFormat>宽屏</PresentationFormat>
  <Paragraphs>55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微软雅黑</vt:lpstr>
      <vt:lpstr>微软雅黑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工作目标及完成情况（一）｜自进化调研</vt:lpstr>
      <vt:lpstr>工作目标及完成情况（二）｜OpenClaw-RL 实现方法</vt:lpstr>
      <vt:lpstr>工作目标及完成情况（三）｜复现实验结果</vt:lpstr>
      <vt:lpstr>工作目标及完成情况（四）｜方法泛化方案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6</cp:revision>
  <dcterms:created xsi:type="dcterms:W3CDTF">2025-08-12T09:33:41Z</dcterms:created>
  <dcterms:modified xsi:type="dcterms:W3CDTF">2026-08-14T07:47:11Z</dcterms:modified>
</cp:coreProperties>
</file>
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66" r:id="rId2"/>
    <p:sldId id="359" r:id="rId3"/>
    <p:sldId id="360" r:id="rId4"/>
    <p:sldId id="361" r:id="rId5"/>
    <p:sldId id="368" r:id="rId6"/>
    <p:sldId id="369" r:id="rId7"/>
    <p:sldId id="370" r:id="rId8"/>
    <p:sldId id="362" r:id="rId9"/>
    <p:sldId id="371" r:id="rId10"/>
    <p:sldId id="363" r:id="rId11"/>
    <p:sldId id="299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8"/>
            <p14:sldId id="369"/>
            <p14:sldId id="370"/>
            <p14:sldId id="362"/>
            <p14:sldId id="371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6270" spc="237" noProof="1">
                <a:solidFill>
                  <a:prstClr val="black"/>
                </a:solidFill>
                <a:latin typeface="Microsoft YaHei"/>
                <a:ea typeface="Microsoft YaHei"/>
              </a:rPr>
              <a:t>2026暑期实习生项目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noProof="1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AI Lab - 毛泽辉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时间：6.15-8.25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呈现大纲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自我介绍</a:t>
            </a:r>
            <a:endParaRPr lang="en-US" altLang="zh-CN" sz="3375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工作目标及完成情况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实习体会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595657"/>
            <a:ext cx="11596721" cy="4773477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本科：浙江大学 物理学系</a:t>
            </a: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硕士：南洋理工大学 应用人工智能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目前职位：通用人工智能研究　｜　导师：张亚红</a:t>
            </a:r>
            <a:endParaRPr lang="en-US" altLang="zh-CN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工作内容简介：</a:t>
            </a:r>
            <a:r>
              <a:rPr lang="zh-CN" altLang="en-US" sz="2200" dirty="0" noProof="1">
                <a:latin typeface="Segoe UI"/>
                <a:ea typeface="微软雅黑"/>
              </a:rPr>
              <a:t>Agent </a:t>
            </a:r>
            <a:r>
              <a:rPr lang="zh-CN" altLang="en-US" sz="2200" dirty="0" noProof="1">
                <a:latin typeface="Segoe UI"/>
                <a:ea typeface="微软雅黑"/>
              </a:rPr>
              <a:t>自进化方向 </a:t>
            </a:r>
            <a:r>
              <a:rPr lang="zh-CN" altLang="en-US" sz="2200" dirty="0" noProof="1">
                <a:latin typeface="Segoe UI"/>
                <a:ea typeface="微软雅黑"/>
              </a:rPr>
              <a:t>—— </a:t>
            </a:r>
            <a:r>
              <a:rPr lang="zh-CN" altLang="en-US" sz="2200" dirty="0" noProof="1">
                <a:latin typeface="Segoe UI"/>
                <a:ea typeface="微软雅黑"/>
              </a:rPr>
              <a:t>复现前沿论文，并探索将方法泛化到新的数据场景</a:t>
            </a:r>
            <a:endParaRPr lang="zh-CN" altLang="en-US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个人爱好：球类运动、游戏、动漫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穿黑色衣服的小孩&#10;&#10;AI 生成的内容可能不正确。">
            <a:extLst>
              <a:ext uri="{FF2B5EF4-FFF2-40B4-BE49-F238E27FC236}">
                <a16:creationId xmlns:a16="http://schemas.microsoft.com/office/drawing/2014/main" id="{396CF5DE-9979-17AA-A4AF-2E822598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0" y="457200"/>
            <a:ext cx="1645920" cy="1645920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D59473AF-FC5E-3CB6-CDE3-00E73FE2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01" y="2304798"/>
            <a:ext cx="1212289" cy="964496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DEA02CF3-0ED7-2BF7-E33C-C224E7D61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" y="3369786"/>
            <a:ext cx="2183311" cy="78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工作目标及完成情况（一）｜自进化调研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工作目标及完成情况（二）｜OpenClaw-RL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工作目标及完成情况（三）｜复现实验结果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工作目标及完成情况（四）｜方法泛化方案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21" y="1687711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zh-CN" altLang="en-US" sz="2000" noProof="1">
                <a:latin typeface="Segoe UI"/>
                <a:ea typeface="微软雅黑"/>
              </a:rPr>
              <a:t>（内容待补充）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46698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实习收获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840D4-3208-44BE-9122-D0BFBA98A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681" y="1534288"/>
            <a:ext cx="8898569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收获一 ｜ 对 Agent 自进化形成了系统认知</a:t>
            </a:r>
            <a:endParaRPr lang="en-US" altLang="zh-CN" dirty="0">
              <a:latin typeface="Calibri" pitchFamily="34" charset="0"/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结论</a:t>
            </a:r>
            <a:r>
              <a:rPr lang="zh-CN" altLang="en-US" sz="1500" noProof="1">
                <a:latin typeface="Segoe UI"/>
                <a:ea typeface="微软雅黑"/>
              </a:rPr>
              <a:t>：自进化是通往 AGI 的必要路径；当前没有一条技术路线是完备的，值得多方案并行探索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必要性</a:t>
            </a:r>
            <a:r>
              <a:rPr lang="zh-CN" altLang="en-US" sz="1500" noProof="1">
                <a:latin typeface="Segoe UI"/>
                <a:ea typeface="微软雅黑"/>
              </a:rPr>
              <a:t>：模型上线即冻结，而用户任务分布持续漂移 —— 能力衰减是必然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技术谱系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非参数化</a:t>
            </a:r>
            <a:r>
              <a:rPr lang="zh-CN" altLang="en-US" sz="1500" noProof="1">
                <a:latin typeface="Segoe UI"/>
                <a:ea typeface="微软雅黑"/>
              </a:rPr>
              <a:t>（记忆 / 技能库；零停机、见效快，但模型能力本身不变）　↔　</a:t>
            </a:r>
            <a:r>
              <a:rPr lang="zh-CN" altLang="en-US" sz="1500" b="1" noProof="1">
                <a:latin typeface="Segoe UI"/>
                <a:ea typeface="微软雅黑"/>
              </a:rPr>
              <a:t>参数化</a:t>
            </a:r>
            <a:r>
              <a:rPr lang="zh-CN" altLang="en-US" sz="1500" noProof="1">
                <a:latin typeface="Segoe UI"/>
                <a:ea typeface="微软雅黑"/>
              </a:rPr>
              <a:t>（权重更新；真正长能力，但代价高、传统需停机）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我的落点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复现并验证了 OpenClaw-RL 的核心机制</a:t>
            </a:r>
            <a:r>
              <a:rPr lang="zh-CN" altLang="en-US" sz="1500" noProof="1">
                <a:latin typeface="Segoe UI"/>
                <a:ea typeface="微软雅黑"/>
              </a:rPr>
              <a:t> —— 属于参数化一端，且把权重更新做进真实对话流，实现“边服务边进化”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收获二 ｜ 试用 Multica平台，体验了另一条技术路线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试用了自研多智能体协作平台 multica，并在其上实际完成了一个完整产品的开发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体验到</a:t>
            </a:r>
            <a:r>
              <a:rPr lang="zh-CN" altLang="en-US" sz="1500" b="1" noProof="1">
                <a:latin typeface="Segoe UI"/>
                <a:ea typeface="微软雅黑"/>
              </a:rPr>
              <a:t>非参数化自进化</a:t>
            </a:r>
            <a:r>
              <a:rPr lang="zh-CN" altLang="en-US" sz="1500" noProof="1">
                <a:latin typeface="Segoe UI"/>
                <a:ea typeface="微软雅黑"/>
              </a:rPr>
              <a:t>的实际形态 —— 与收获一的参数化路线互为对照，印证了“两条路互补”的判断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直观看到了多智能体协作的优势；结合实际使用体验，向平台提出了多项改进意见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635" y="265109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印象最深的一件事 ｜ 联想暑期活动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3475" y="1819414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作为 </a:t>
            </a:r>
            <a:r>
              <a:rPr lang="zh-CN" altLang="en-US" sz="2400" b="1" noProof="1">
                <a:latin typeface="Segoe UI"/>
                <a:ea typeface="微软雅黑"/>
              </a:rPr>
              <a:t>AI 发起者小组组长</a:t>
            </a:r>
            <a:r>
              <a:rPr lang="zh-CN" altLang="en-US" sz="2400" noProof="1">
                <a:latin typeface="Segoe UI"/>
                <a:ea typeface="微软雅黑"/>
              </a:rPr>
              <a:t>，与其他部门的实习生组队协作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五周时间，从 0 到 1 完成了「掉了么」这个可视化产品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也看到了其他小组的成果 —— 是一次难得的横向视野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89657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1F8E-D9F9-42E0-8A09-861DD6440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9171" y="1616895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职业目标</a:t>
            </a:r>
            <a:r>
              <a:rPr lang="zh-CN" altLang="en-US" sz="1800" noProof="1">
                <a:latin typeface="Segoe UI"/>
                <a:ea typeface="微软雅黑"/>
              </a:rPr>
              <a:t>：成为能在所处方向上做出行业领先成果的研究员 —— </a:t>
            </a:r>
            <a:r>
              <a:rPr lang="zh-CN" altLang="en-US" sz="1800" b="1" noProof="1">
                <a:latin typeface="Segoe UI"/>
                <a:ea typeface="微软雅黑"/>
              </a:rPr>
              <a:t>从跟随前沿，到定义前沿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短期</a:t>
            </a:r>
            <a:r>
              <a:rPr lang="zh-CN" altLang="en-US" sz="1800" noProof="1">
                <a:latin typeface="Segoe UI"/>
                <a:ea typeface="微软雅黑"/>
              </a:rPr>
              <a:t>：从“复现”走向“独立” —— 能自己判断方向价值、设计实验路径，做出经得起推敲的结果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中期</a:t>
            </a:r>
            <a:r>
              <a:rPr lang="zh-CN" altLang="en-US" sz="1800" noProof="1">
                <a:latin typeface="Segoe UI"/>
                <a:ea typeface="微软雅黑"/>
              </a:rPr>
              <a:t>：做出</a:t>
            </a:r>
            <a:r>
              <a:rPr lang="zh-CN" altLang="en-US" sz="1800" b="1" noProof="1">
                <a:latin typeface="Segoe UI"/>
                <a:ea typeface="微软雅黑"/>
              </a:rPr>
              <a:t>行业领先的成果</a:t>
            </a:r>
            <a:r>
              <a:rPr lang="zh-CN" altLang="en-US" sz="1800" noProof="1">
                <a:latin typeface="Segoe UI"/>
                <a:ea typeface="微软雅黑"/>
              </a:rPr>
              <a:t> —— 在具体问题上达到 SOTA，并推动其在真实场景中落地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长期</a:t>
            </a:r>
            <a:r>
              <a:rPr lang="zh-CN" altLang="en-US" sz="1800" noProof="1">
                <a:latin typeface="Segoe UI"/>
                <a:ea typeface="微软雅黑"/>
              </a:rPr>
              <a:t>：提出</a:t>
            </a:r>
            <a:r>
              <a:rPr lang="zh-CN" altLang="en-US" sz="1800" b="1" noProof="1">
                <a:latin typeface="Segoe UI"/>
                <a:ea typeface="微软雅黑"/>
              </a:rPr>
              <a:t>有原创性的方法或理论</a:t>
            </a:r>
            <a:r>
              <a:rPr lang="zh-CN" altLang="en-US" sz="1800" noProof="1">
                <a:latin typeface="Segoe UI"/>
                <a:ea typeface="微软雅黑"/>
              </a:rPr>
              <a:t>，在所处方向上形成影响力，让自己的工作成为别人的参照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行动方案</a:t>
            </a:r>
            <a:r>
              <a:rPr lang="zh-CN" altLang="en-US" sz="1800" noProof="1">
                <a:latin typeface="Segoe UI"/>
                <a:ea typeface="微软雅黑"/>
              </a:rPr>
              <a:t>：在自进化主线上保持高频跟进；把复现能力沉淀为可复用的实验基建，缩短从论文到验证的周期；成果尽量对外呈现，接受同行检验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zh-CN" altLang="en-US" sz="13797" noProof="1">
                <a:solidFill>
                  <a:schemeClr val="accent2"/>
                </a:solidFill>
              </a:rPr>
              <a:t>Q</a:t>
            </a:r>
            <a:r>
              <a:rPr lang="zh-CN" altLang="en-US" sz="13797" noProof="1">
                <a:solidFill>
                  <a:schemeClr val="accent3"/>
                </a:solidFill>
              </a:rPr>
              <a:t>&amp;</a:t>
            </a:r>
            <a:r>
              <a:rPr lang="zh-CN" altLang="en-US" sz="13797" noProof="1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750121" y="6473209"/>
            <a:ext cx="438805" cy="155410"/>
          </a:xfrm>
        </p:spPr>
        <p:txBody>
          <a:bodyPr/>
          <a:lstStyle/>
          <a:p>
            <a:pPr defTabSz="1218212">
              <a:defRPr/>
            </a:pPr>
            <a:fld id="{6D22F896-40B5-4ADD-8801-0D06FADFA095}" type="slidenum">
              <a:rPr lang="en-US">
                <a:solidFill>
                  <a:srgbClr val="000000"/>
                </a:solidFill>
                <a:latin typeface="Calibri"/>
              </a:rPr>
              <a:pPr defTabSz="1218212">
                <a:defRPr/>
              </a:pPr>
              <a:t>11</a:t>
            </a:fld>
            <a:endParaRPr lang="en-US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592</Words>
  <Application>Microsoft Office PowerPoint</Application>
  <PresentationFormat>宽屏</PresentationFormat>
  <Paragraphs>55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PangMenZhengDao</vt:lpstr>
      <vt:lpstr>等线</vt:lpstr>
      <vt:lpstr>微软雅黑</vt:lpstr>
      <vt:lpstr>微软雅黑</vt:lpstr>
      <vt:lpstr>Arial</vt:lpstr>
      <vt:lpstr>Calibri</vt:lpstr>
      <vt:lpstr>Segoe UI</vt:lpstr>
      <vt:lpstr>Office Theme</vt:lpstr>
      <vt:lpstr>PowerPoint 演示文稿</vt:lpstr>
      <vt:lpstr>呈现大纲</vt:lpstr>
      <vt:lpstr>自我介绍</vt:lpstr>
      <vt:lpstr>工作目标及完成情况（一）｜自进化调研</vt:lpstr>
      <vt:lpstr>工作目标及完成情况（二）｜OpenClaw-RL 实现方法</vt:lpstr>
      <vt:lpstr>工作目标及完成情况（三）｜复现实验结果</vt:lpstr>
      <vt:lpstr>工作目标及完成情况（四）｜方法泛化方案</vt:lpstr>
      <vt:lpstr>实习收获</vt:lpstr>
      <vt:lpstr>印象最深的一件事 ｜ 联想暑期活动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9</cp:revision>
  <dcterms:created xsi:type="dcterms:W3CDTF">2025-08-12T09:33:41Z</dcterms:created>
  <dcterms:modified xsi:type="dcterms:W3CDTF">2026-08-14T08:40:01Z</dcterms:modified>
</cp:coreProperties>
</file>
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时间：8.20-8.31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工作目标及完成情况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</a:t>
            </a:r>
            <a:r>
              <a:rPr lang="en-US" altLang="zh-CN" sz="2200" dirty="0">
                <a:latin typeface="Segoe UI"/>
                <a:ea typeface="微软雅黑"/>
              </a:rPr>
              <a:t>Agent </a:t>
            </a:r>
            <a:r>
              <a:rPr lang="zh-CN" altLang="en-US" sz="2200" dirty="0">
                <a:latin typeface="Segoe UI"/>
                <a:ea typeface="微软雅黑"/>
              </a:rPr>
              <a:t>自进化方向 </a:t>
            </a:r>
            <a:r>
              <a:rPr lang="en-US" altLang="zh-CN" sz="2200" dirty="0">
                <a:latin typeface="Segoe UI"/>
                <a:ea typeface="微软雅黑"/>
              </a:rPr>
              <a:t>—— </a:t>
            </a:r>
            <a:r>
              <a:rPr lang="zh-CN" altLang="en-US" sz="2200" dirty="0">
                <a:latin typeface="Segoe UI"/>
                <a:ea typeface="微软雅黑"/>
              </a:rPr>
              <a:t>复现前沿论文，并探索将方法泛化到新的数据场景</a:t>
            </a:r>
            <a:endParaRPr lang="zh-CN" altLang="en-US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工作目标及完成情况（一）｜自进化调研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工作目标及完成情况（二）｜OpenClaw-RL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工作目标及完成情况（三）｜复现实验结果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工作目标及完成情况（四）｜方法泛化方案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2" y="1534288"/>
            <a:ext cx="8681776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635" y="265109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475" y="1819414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750121" y="6473209"/>
            <a:ext cx="438805" cy="155410"/>
          </a:xfrm>
        </p:spPr>
        <p:txBody>
          <a:bodyPr/>
          <a:lstStyle/>
          <a:p>
            <a:pPr defTabSz="1218212">
              <a:defRPr/>
            </a:pPr>
            <a:fld id="{6D22F896-40B5-4ADD-8801-0D06FADFA095}" type="slidenum">
              <a:rPr lang="en-US">
                <a:solidFill>
                  <a:srgbClr val="000000"/>
                </a:solidFill>
                <a:latin typeface="Calibri"/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589</Words>
  <Application>Microsoft Office PowerPoint</Application>
  <PresentationFormat>宽屏</PresentationFormat>
  <Paragraphs>55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微软雅黑</vt:lpstr>
      <vt:lpstr>微软雅黑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工作目标及完成情况（一）｜自进化调研</vt:lpstr>
      <vt:lpstr>工作目标及完成情况（二）｜OpenClaw-RL 实现方法</vt:lpstr>
      <vt:lpstr>工作目标及完成情况（三）｜复现实验结果</vt:lpstr>
      <vt:lpstr>工作目标及完成情况（四）｜方法泛化方案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7</cp:revision>
  <dcterms:created xsi:type="dcterms:W3CDTF">2025-08-12T09:33:41Z</dcterms:created>
  <dcterms:modified xsi:type="dcterms:W3CDTF">2026-08-14T08:21:22Z</dcterms:modified>
</cp:coreProperties>
</file>
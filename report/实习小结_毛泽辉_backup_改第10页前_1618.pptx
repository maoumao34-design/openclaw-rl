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论文（5 次独立试验均值）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本次复现（单次运行）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未来提升方向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目标：训练能稳定、有效地跑满完整 30 天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已定位并修复影响训练后期效率的根因，下一步在真实训练中验证效果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endParaRPr lang="en-US" altLang="zh-CN" dirty="0">
              <a:latin typeface="Calibri" pitchFamily="34" charset="0"/>
            </a:endParaRPr>
          </a:p>
        </p:txBody>
      </p:sp>
      <p:pic>
        <p:nvPicPr>
          <p:cNvPr id="5" name="Picture 4" descr="slide8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65109"/>
            <a:ext cx="867765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481328"/>
            <a:ext cx="11219688" cy="2103120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531" y="3749039"/>
            <a:ext cx="3502152" cy="2626614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" y="3749039"/>
            <a:ext cx="3502152" cy="2626614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71" y="3749039"/>
            <a:ext cx="3502152" cy="2626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endParaRPr lang="en-US" altLang="zh-CN" dirty="0"/>
          </a:p>
        </p:txBody>
      </p:sp>
      <p:pic>
        <p:nvPicPr>
          <p:cNvPr id="5" name="Picture 4" descr="slide10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1117</Words>
  <Application>Microsoft Office PowerPoint</Application>
  <PresentationFormat>宽屏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Microsoft YaHei</vt:lpstr>
      <vt:lpstr>Microsoft YaHei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19</cp:revision>
  <dcterms:created xsi:type="dcterms:W3CDTF">2025-08-12T09:33:41Z</dcterms:created>
  <dcterms:modified xsi:type="dcterms:W3CDTF">2026-08-24T05:47:48Z</dcterms:modified>
</cp:coreProperties>
</file>
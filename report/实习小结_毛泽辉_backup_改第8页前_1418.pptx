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论文（5 次独立试验均值）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本次复现（单次运行）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为什么做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④ 当前问题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训练还跑不满 30 天，后期陷入长思考空转；评测走训练自身 harness，与官方独立 bench 不完全同构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收获一 ｜ 对 Agent 自进化形成了系统认知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结论</a:t>
            </a:r>
            <a:r>
              <a:rPr lang="zh-CN" altLang="en-US" sz="1500" noProof="1">
                <a:latin typeface="Segoe UI"/>
                <a:ea typeface="微软雅黑"/>
              </a:rPr>
              <a:t>：自进化是通往 AGI 的必要路径；当前没有一条技术路线是完备的，值得多方案并行探索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必要性</a:t>
            </a:r>
            <a:r>
              <a:rPr lang="zh-CN" altLang="en-US" sz="1500" noProof="1">
                <a:latin typeface="Segoe UI"/>
                <a:ea typeface="微软雅黑"/>
              </a:rPr>
              <a:t>：模型上线即冻结，而用户任务分布持续漂移 —— 能力衰减是必然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技术谱系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非参数化</a:t>
            </a:r>
            <a:r>
              <a:rPr lang="zh-CN" altLang="en-US" sz="1500" noProof="1">
                <a:latin typeface="Segoe UI"/>
                <a:ea typeface="微软雅黑"/>
              </a:rPr>
              <a:t>（记忆 / 技能库；零停机、见效快，但模型能力本身不变）　↔　</a:t>
            </a:r>
            <a:r>
              <a:rPr lang="zh-CN" altLang="en-US" sz="1500" b="1" noProof="1">
                <a:latin typeface="Segoe UI"/>
                <a:ea typeface="微软雅黑"/>
              </a:rPr>
              <a:t>参数化</a:t>
            </a:r>
            <a:r>
              <a:rPr lang="zh-CN" altLang="en-US" sz="1500" noProof="1">
                <a:latin typeface="Segoe UI"/>
                <a:ea typeface="微软雅黑"/>
              </a:rPr>
              <a:t>（权重更新；真正长能力，但代价高、传统需停机）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我的落点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复现并验证了 OpenClaw-RL 的核心机制</a:t>
            </a:r>
            <a:r>
              <a:rPr lang="zh-CN" altLang="en-US" sz="1500" noProof="1">
                <a:latin typeface="Segoe UI"/>
                <a:ea typeface="微软雅黑"/>
              </a:rPr>
              <a:t> —— 属于参数化一端，且把权重更新做进真实对话流，实现“边服务边进化”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收获二 ｜ 试用 Multica平台，体验了另一条技术路线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试用了自研多智能体协作平台 Multica，并在其上实际完成了一个完整产品的开发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体验到</a:t>
            </a:r>
            <a:r>
              <a:rPr lang="zh-CN" altLang="en-US" sz="1500" b="1" noProof="1">
                <a:latin typeface="Segoe UI"/>
                <a:ea typeface="微软雅黑"/>
              </a:rPr>
              <a:t>非参数化自进化</a:t>
            </a:r>
            <a:r>
              <a:rPr lang="zh-CN" altLang="en-US" sz="1500" noProof="1">
                <a:latin typeface="Segoe UI"/>
                <a:ea typeface="微软雅黑"/>
              </a:rPr>
              <a:t>的实际形态 —— 与收获一的参数化路线互为对照，印证了“两条路互补”的判断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直观看到了多智能体协作的优势；结合实际使用体验，向平台提出了多项改进意见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65109"/>
            <a:ext cx="867765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481328"/>
            <a:ext cx="11219688" cy="2103120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一群人站在桌子边&#10;&#10;AI 生成的内容可能不正确。">
            <a:extLst>
              <a:ext uri="{FF2B5EF4-FFF2-40B4-BE49-F238E27FC236}">
                <a16:creationId xmlns:a16="http://schemas.microsoft.com/office/drawing/2014/main" id="{FFED5FE0-AAF3-8EFC-3F4A-3EC21C9C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531" y="3749039"/>
            <a:ext cx="3502152" cy="2626614"/>
          </a:xfrm>
          <a:prstGeom prst="rect">
            <a:avLst/>
          </a:prstGeom>
        </p:spPr>
      </p:pic>
      <p:pic>
        <p:nvPicPr>
          <p:cNvPr id="8" name="图片 7" descr="会议室里的人们&#10;&#10;AI 生成的内容可能不正确。">
            <a:extLst>
              <a:ext uri="{FF2B5EF4-FFF2-40B4-BE49-F238E27FC236}">
                <a16:creationId xmlns:a16="http://schemas.microsoft.com/office/drawing/2014/main" id="{07710BDF-EC87-CA77-57FF-C58D182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1" y="3749039"/>
            <a:ext cx="3502152" cy="2626614"/>
          </a:xfrm>
          <a:prstGeom prst="rect">
            <a:avLst/>
          </a:prstGeom>
        </p:spPr>
      </p:pic>
      <p:pic>
        <p:nvPicPr>
          <p:cNvPr id="10" name="图片 9" descr="会议室里的人们&#10;&#10;AI 生成的内容可能不正确。">
            <a:extLst>
              <a:ext uri="{FF2B5EF4-FFF2-40B4-BE49-F238E27FC236}">
                <a16:creationId xmlns:a16="http://schemas.microsoft.com/office/drawing/2014/main" id="{D574F725-B7FD-14B6-E230-4BBE6C5C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71" y="3749039"/>
            <a:ext cx="3502152" cy="2626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1117</Words>
  <Application>Microsoft Office PowerPoint</Application>
  <PresentationFormat>宽屏</PresentationFormat>
  <Paragraphs>89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Microsoft YaHei</vt:lpstr>
      <vt:lpstr>Microsoft YaHei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工作完成情况 ｜ 自进化调研</vt:lpstr>
      <vt:lpstr>工作完成情况 ｜ OpenClaw-RL 实现方法</vt:lpstr>
      <vt:lpstr>工作完成情况 ｜ 复现实验结果</vt:lpstr>
      <vt:lpstr>工作完成情况 ｜ 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19</cp:revision>
  <dcterms:created xsi:type="dcterms:W3CDTF">2025-08-12T09:33:41Z</dcterms:created>
  <dcterms:modified xsi:type="dcterms:W3CDTF">2026-08-24T05:47:48Z</dcterms:modified>
</cp:coreProperties>
</file>
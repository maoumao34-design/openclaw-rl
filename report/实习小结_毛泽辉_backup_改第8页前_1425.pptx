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66" r:id="rId2"/>
    <p:sldId id="359" r:id="rId3"/>
    <p:sldId id="360" r:id="rId4"/>
    <p:sldId id="361" r:id="rId5"/>
    <p:sldId id="368" r:id="rId6"/>
    <p:sldId id="369" r:id="rId7"/>
    <p:sldId id="370" r:id="rId8"/>
    <p:sldId id="362" r:id="rId9"/>
    <p:sldId id="371" r:id="rId10"/>
    <p:sldId id="363" r:id="rId11"/>
    <p:sldId id="299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8"/>
            <p14:sldId id="369"/>
            <p14:sldId id="370"/>
            <p14:sldId id="362"/>
            <p14:sldId id="371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6270" spc="237" noProof="1">
                <a:solidFill>
                  <a:prstClr val="black"/>
                </a:solidFill>
                <a:latin typeface="Microsoft YaHei"/>
                <a:ea typeface="Microsoft YaHei"/>
              </a:rPr>
              <a:t>2026暑期实习生项目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noProof="1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AI Lab - 毛泽辉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时间：8.25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呈现大纲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自我介绍</a:t>
            </a:r>
            <a:endParaRPr lang="en-US" altLang="zh-CN" sz="3375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工作完成情况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实习体会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595657"/>
            <a:ext cx="11596721" cy="4773477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本科：浙江大学 物理学系</a:t>
            </a: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硕士：南洋理工大学 应用人工智能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目前职位：通用人工智能研究　｜　导师：张亚红</a:t>
            </a:r>
            <a:endParaRPr lang="en-US" altLang="zh-CN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工作内容简介：Agent 自进化方向 —— 复现前沿论文，并探索将方法泛化到新的数据场景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个人爱好：球类运动、游戏、动漫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穿黑色衣服的小孩&#10;&#10;AI 生成的内容可能不正确。">
            <a:extLst>
              <a:ext uri="{FF2B5EF4-FFF2-40B4-BE49-F238E27FC236}">
                <a16:creationId xmlns:a16="http://schemas.microsoft.com/office/drawing/2014/main" id="{396CF5DE-9979-17AA-A4AF-2E822598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0" y="457200"/>
            <a:ext cx="1645920" cy="1645920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D59473AF-FC5E-3CB6-CDE3-00E73FE2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01" y="2304798"/>
            <a:ext cx="1212289" cy="964496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DEA02CF3-0ED7-2BF7-E33C-C224E7D61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" y="3369786"/>
            <a:ext cx="2183311" cy="78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自进化调研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论文（5 次独立试验均值）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本次复现（单次运行）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1" y="4534407"/>
            <a:ext cx="5246027" cy="2159000"/>
          </a:xfrm>
        </p:spPr>
        <p:txBody>
          <a:bodyPr wrap="square">
            <a:norm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① 为什么做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noProof="1">
                <a:latin typeface="Segoe UI"/>
                <a:ea typeface="微软雅黑"/>
              </a:rPr>
              <a:t>（另一篇论文的评测基准，30 天连续任务流）验证普适性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④ 当前问题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训练还跑不满 30 天，后期陷入长思考空转；评测走训练自身 harness，与官方独立 bench 不完全同构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7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0" y="1024057"/>
            <a:ext cx="4370903" cy="2893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440" y="3917472"/>
            <a:ext cx="4370903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noProof="1">
                <a:latin typeface="Segoe UI"/>
                <a:ea typeface="微软雅黑"/>
              </a:rPr>
              <a:t>本次仅迁移 RL 训练方法，不含 MetaClaw 技能库；模型与评测环境均不同，与论文各行为数量级参照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246698"/>
            <a:ext cx="867765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实习收获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harves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65109"/>
            <a:ext cx="867765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印象最深的一件事 ｜ 联想暑期活动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481328"/>
            <a:ext cx="11219688" cy="2103120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作为 </a:t>
            </a:r>
            <a:r>
              <a:rPr lang="zh-CN" altLang="en-US" sz="2400" b="1" noProof="1">
                <a:latin typeface="Segoe UI"/>
                <a:ea typeface="微软雅黑"/>
              </a:rPr>
              <a:t>AI 发起者小组组长</a:t>
            </a:r>
            <a:r>
              <a:rPr lang="zh-CN" altLang="en-US" sz="2400" noProof="1">
                <a:latin typeface="Segoe UI"/>
                <a:ea typeface="微软雅黑"/>
              </a:rPr>
              <a:t>，与其他部门的实习生组队协作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五周时间，从 0 到 1 完成了「掉了么」这个可视化产品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也看到了其他小组的成果 —— 是一次难得的横向视野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一群人站在桌子边&#10;&#10;AI 生成的内容可能不正确。">
            <a:extLst>
              <a:ext uri="{FF2B5EF4-FFF2-40B4-BE49-F238E27FC236}">
                <a16:creationId xmlns:a16="http://schemas.microsoft.com/office/drawing/2014/main" id="{FFED5FE0-AAF3-8EFC-3F4A-3EC21C9C8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531" y="3749039"/>
            <a:ext cx="3502152" cy="2626614"/>
          </a:xfrm>
          <a:prstGeom prst="rect">
            <a:avLst/>
          </a:prstGeom>
        </p:spPr>
      </p:pic>
      <p:pic>
        <p:nvPicPr>
          <p:cNvPr id="8" name="图片 7" descr="会议室里的人们&#10;&#10;AI 生成的内容可能不正确。">
            <a:extLst>
              <a:ext uri="{FF2B5EF4-FFF2-40B4-BE49-F238E27FC236}">
                <a16:creationId xmlns:a16="http://schemas.microsoft.com/office/drawing/2014/main" id="{07710BDF-EC87-CA77-57FF-C58D18277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11" y="3749039"/>
            <a:ext cx="3502152" cy="2626614"/>
          </a:xfrm>
          <a:prstGeom prst="rect">
            <a:avLst/>
          </a:prstGeom>
        </p:spPr>
      </p:pic>
      <p:pic>
        <p:nvPicPr>
          <p:cNvPr id="10" name="图片 9" descr="会议室里的人们&#10;&#10;AI 生成的内容可能不正确。">
            <a:extLst>
              <a:ext uri="{FF2B5EF4-FFF2-40B4-BE49-F238E27FC236}">
                <a16:creationId xmlns:a16="http://schemas.microsoft.com/office/drawing/2014/main" id="{D574F725-B7FD-14B6-E230-4BBE6C5C8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771" y="3749039"/>
            <a:ext cx="3502152" cy="26266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89657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1F8E-D9F9-42E0-8A09-861DD6440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9171" y="1616895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职业目标</a:t>
            </a:r>
            <a:r>
              <a:rPr lang="zh-CN" altLang="en-US" sz="1800" noProof="1">
                <a:latin typeface="Segoe UI"/>
                <a:ea typeface="微软雅黑"/>
              </a:rPr>
              <a:t>：成为能在所处方向上做出行业领先成果的研究员 —— </a:t>
            </a:r>
            <a:r>
              <a:rPr lang="zh-CN" altLang="en-US" sz="1800" b="1" noProof="1">
                <a:latin typeface="Segoe UI"/>
                <a:ea typeface="微软雅黑"/>
              </a:rPr>
              <a:t>从跟随前沿，到定义前沿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短期</a:t>
            </a:r>
            <a:r>
              <a:rPr lang="zh-CN" altLang="en-US" sz="1800" noProof="1">
                <a:latin typeface="Segoe UI"/>
                <a:ea typeface="微软雅黑"/>
              </a:rPr>
              <a:t>：从“复现”走向“独立” —— 能自己判断方向价值、设计实验路径，做出经得起推敲的结果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中期</a:t>
            </a:r>
            <a:r>
              <a:rPr lang="zh-CN" altLang="en-US" sz="1800" noProof="1">
                <a:latin typeface="Segoe UI"/>
                <a:ea typeface="微软雅黑"/>
              </a:rPr>
              <a:t>：做出</a:t>
            </a:r>
            <a:r>
              <a:rPr lang="zh-CN" altLang="en-US" sz="1800" b="1" noProof="1">
                <a:latin typeface="Segoe UI"/>
                <a:ea typeface="微软雅黑"/>
              </a:rPr>
              <a:t>行业领先的成果</a:t>
            </a:r>
            <a:r>
              <a:rPr lang="zh-CN" altLang="en-US" sz="1800" noProof="1">
                <a:latin typeface="Segoe UI"/>
                <a:ea typeface="微软雅黑"/>
              </a:rPr>
              <a:t> —— 在具体问题上达到 SOTA，并推动其在真实场景中落地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长期</a:t>
            </a:r>
            <a:r>
              <a:rPr lang="zh-CN" altLang="en-US" sz="1800" noProof="1">
                <a:latin typeface="Segoe UI"/>
                <a:ea typeface="微软雅黑"/>
              </a:rPr>
              <a:t>：提出</a:t>
            </a:r>
            <a:r>
              <a:rPr lang="zh-CN" altLang="en-US" sz="1800" b="1" noProof="1">
                <a:latin typeface="Segoe UI"/>
                <a:ea typeface="微软雅黑"/>
              </a:rPr>
              <a:t>有原创性的方法或理论</a:t>
            </a:r>
            <a:r>
              <a:rPr lang="zh-CN" altLang="en-US" sz="1800" noProof="1">
                <a:latin typeface="Segoe UI"/>
                <a:ea typeface="微软雅黑"/>
              </a:rPr>
              <a:t>，在所处方向上形成影响力，让自己的工作成为别人的参照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行动方案</a:t>
            </a:r>
            <a:r>
              <a:rPr lang="zh-CN" altLang="en-US" sz="1800" noProof="1">
                <a:latin typeface="Segoe UI"/>
                <a:ea typeface="微软雅黑"/>
              </a:rPr>
              <a:t>：在自进化主线上保持高频跟进；把复现能力沉淀为可复用的实验基建，缩短从论文到验证的周期；成果尽量对外呈现，接受同行检验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zh-CN" altLang="en-US" sz="13797" noProof="1">
                <a:solidFill>
                  <a:schemeClr val="accent2"/>
                </a:solidFill>
              </a:rPr>
              <a:t>Q</a:t>
            </a:r>
            <a:r>
              <a:rPr lang="zh-CN" altLang="en-US" sz="13797" noProof="1">
                <a:solidFill>
                  <a:schemeClr val="accent3"/>
                </a:solidFill>
              </a:rPr>
              <a:t>&amp;</a:t>
            </a:r>
            <a:r>
              <a:rPr lang="zh-CN" altLang="en-US" sz="13797" noProof="1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1117</Words>
  <Application>Microsoft Office PowerPoint</Application>
  <PresentationFormat>宽屏</PresentationFormat>
  <Paragraphs>89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PangMenZhengDao</vt:lpstr>
      <vt:lpstr>等线</vt:lpstr>
      <vt:lpstr>Microsoft YaHei</vt:lpstr>
      <vt:lpstr>Microsoft YaHei</vt:lpstr>
      <vt:lpstr>Arial</vt:lpstr>
      <vt:lpstr>Calibri</vt:lpstr>
      <vt:lpstr>Segoe UI</vt:lpstr>
      <vt:lpstr>Office Theme</vt:lpstr>
      <vt:lpstr>PowerPoint 演示文稿</vt:lpstr>
      <vt:lpstr>呈现大纲</vt:lpstr>
      <vt:lpstr>自我介绍</vt:lpstr>
      <vt:lpstr>工作完成情况 ｜ 自进化调研</vt:lpstr>
      <vt:lpstr>工作完成情况 ｜ OpenClaw-RL 实现方法</vt:lpstr>
      <vt:lpstr>工作完成情况 ｜ 复现实验结果</vt:lpstr>
      <vt:lpstr>工作完成情况 ｜ 方法泛化方案</vt:lpstr>
      <vt:lpstr>实习收获</vt:lpstr>
      <vt:lpstr>印象最深的一件事 ｜ 联想暑期活动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19</cp:revision>
  <dcterms:created xsi:type="dcterms:W3CDTF">2025-08-12T09:33:41Z</dcterms:created>
  <dcterms:modified xsi:type="dcterms:W3CDTF">2026-08-24T05:47:48Z</dcterms:modified>
</cp:coreProperties>
</file>
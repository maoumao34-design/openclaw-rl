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0" y="-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572000"/>
          </a:xfrm>
        </p:spPr>
        <p:txBody>
          <a:bodyPr wrap="square"/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① 自进化的理解</a:t>
            </a:r>
            <a:r>
              <a:rPr lang="zh-CN" altLang="en-US" sz="1500" noProof="1">
                <a:latin typeface="Segoe UI"/>
                <a:ea typeface="微软雅黑"/>
              </a:rPr>
              <a:t>　（综述 [1]）</a:t>
            </a:r>
            <a:endParaRPr lang="en-US" altLang="zh-CN" dirty="0"/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“…agentic AI is no longer defined only by what a model can infer from static data, but by how a </a:t>
            </a:r>
            <a:r>
              <a:rPr lang="zh-CN" altLang="en-US" sz="1300" b="1" noProof="1">
                <a:latin typeface="Segoe UI"/>
                <a:ea typeface="微软雅黑"/>
              </a:rPr>
              <a:t>deployed system </a:t>
            </a:r>
            <a:r>
              <a:rPr lang="zh-CN" altLang="en-US" sz="1300" noProof="1">
                <a:latin typeface="Segoe UI"/>
                <a:ea typeface="微软雅黑"/>
              </a:rPr>
              <a:t>accumulates, organizes, and reuses experience from </a:t>
            </a:r>
            <a:r>
              <a:rPr lang="zh-CN" altLang="en-US" sz="1300" b="1" noProof="1">
                <a:latin typeface="Segoe UI"/>
                <a:ea typeface="微软雅黑"/>
              </a:rPr>
              <a:t>interaction</a:t>
            </a:r>
            <a:r>
              <a:rPr lang="zh-CN" altLang="en-US" sz="1300" noProof="1">
                <a:latin typeface="Segoe UI"/>
                <a:ea typeface="微软雅黑"/>
              </a:rPr>
              <a:t>.”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② 经验的五个更新层面</a:t>
            </a:r>
            <a:r>
              <a:rPr lang="zh-CN" altLang="en-US" sz="1500" noProof="1">
                <a:latin typeface="Segoe UI"/>
                <a:ea typeface="微软雅黑"/>
              </a:rPr>
              <a:t>　（同上）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reusable skill / persistent memory / verifiable environment feedback / </a:t>
            </a:r>
            <a:r>
              <a:rPr lang="zh-CN" altLang="en-US" sz="1300" b="1" noProof="1">
                <a:latin typeface="Segoe UI"/>
                <a:ea typeface="微软雅黑"/>
              </a:rPr>
              <a:t>trainable model behavior</a:t>
            </a:r>
            <a:r>
              <a:rPr lang="zh-CN" altLang="en-US" sz="1300" noProof="1">
                <a:latin typeface="Segoe UI"/>
                <a:ea typeface="微软雅黑"/>
              </a:rPr>
              <a:t> / meta-level control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③ 本次实验的主要难点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noProof="1">
                <a:latin typeface="Segoe UI"/>
                <a:ea typeface="微软雅黑"/>
              </a:rPr>
              <a:t>不在 RL 算法本身，而在“经验 → 更新”这条链路：信号怎么提取、怎么区分环境故障与模型失败、训练怎么在真实运行时里跑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④ 本次工作的定位</a:t>
            </a:r>
          </a:p>
          <a:p>
            <a:pPr lvl="1">
              <a:lnSpc>
                <a:spcPct val="112000"/>
              </a:lnSpc>
              <a:spcBef>
                <a:spcPts val="0"/>
              </a:spcBef>
              <a:spcAft>
                <a:spcPts val="700"/>
              </a:spcAft>
            </a:pPr>
            <a:r>
              <a:rPr lang="zh-CN" altLang="en-US" sz="1300" b="1" noProof="1">
                <a:latin typeface="Segoe UI"/>
                <a:ea typeface="微软雅黑"/>
              </a:rPr>
              <a:t>OpenClaw-RL</a:t>
            </a:r>
            <a:r>
              <a:rPr lang="zh-CN" altLang="en-US" sz="1300" noProof="1">
                <a:latin typeface="Segoe UI"/>
                <a:ea typeface="微软雅黑"/>
              </a:rPr>
              <a:t> ＝ </a:t>
            </a:r>
            <a:r>
              <a:rPr lang="zh-CN" altLang="en-US" sz="1300" b="1" noProof="1">
                <a:latin typeface="Segoe UI"/>
                <a:ea typeface="微软雅黑"/>
              </a:rPr>
              <a:t>模型权重</a:t>
            </a:r>
            <a:r>
              <a:rPr lang="zh-CN" altLang="en-US" sz="13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632" y="632764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950" noProof="1">
                <a:latin typeface="Segoe UI"/>
                <a:ea typeface="微软雅黑"/>
              </a:rPr>
              <a:t>[1] Self-Improving Agents in the Era of Experience: A Survey of Self- to Meta-Evolution (2026)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论文（5 次独立试验均值）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本次复现（单次运行）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1" y="112836"/>
            <a:ext cx="4964523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1" y="4534407"/>
            <a:ext cx="5246027" cy="2159000"/>
          </a:xfrm>
        </p:spPr>
        <p:txBody>
          <a:bodyPr wrap="square">
            <a:normAutofit/>
          </a:bodyPr>
          <a:lstStyle/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① 任务背景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150" b="1" noProof="1">
                <a:latin typeface="Segoe UI"/>
                <a:ea typeface="微软雅黑"/>
              </a:rPr>
              <a:t>MetaClaw-Bench</a:t>
            </a:r>
            <a:r>
              <a:rPr lang="zh-CN" altLang="en-US" sz="11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350" b="1" noProof="1">
                <a:latin typeface="Segoe UI"/>
                <a:ea typeface="微软雅黑"/>
              </a:rPr>
              <a:t>② 未来提升方向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目标：训练能稳定、有效地跑满完整 30 天</a:t>
            </a:r>
          </a:p>
          <a:p>
            <a:pPr lvl="1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150" noProof="1">
                <a:latin typeface="Segoe UI"/>
                <a:ea typeface="微软雅黑"/>
              </a:rPr>
              <a:t>已定位并修复影响训练后期效率的根因，下一步在真实训练中验证效果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metaclaw_migration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8028" y="176565"/>
            <a:ext cx="6015547" cy="65168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40" y="1024057"/>
            <a:ext cx="4370903" cy="28934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440" y="3917472"/>
            <a:ext cx="4370903" cy="41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zh-CN" altLang="en-US" sz="10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Multica平台，体验了另一条技术路线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65109"/>
            <a:ext cx="867765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481328"/>
            <a:ext cx="11219688" cy="2103120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531" y="3749039"/>
            <a:ext cx="3502152" cy="2626614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011" y="3749039"/>
            <a:ext cx="3502152" cy="2626614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4771" y="3749039"/>
            <a:ext cx="3502152" cy="2626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1117</Words>
  <Application>Microsoft Office PowerPoint</Application>
  <PresentationFormat>宽屏</PresentationFormat>
  <Paragraphs>89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Microsoft YaHei</vt:lpstr>
      <vt:lpstr>Microsoft YaHei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19</cp:revision>
  <dcterms:created xsi:type="dcterms:W3CDTF">2025-08-12T09:33:41Z</dcterms:created>
  <dcterms:modified xsi:type="dcterms:W3CDTF">2026-08-24T05:47:48Z</dcterms:modified>
</cp:coreProperties>
</file>
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66" r:id="rId2"/>
    <p:sldId id="359" r:id="rId3"/>
    <p:sldId id="360" r:id="rId4"/>
    <p:sldId id="361" r:id="rId5"/>
    <p:sldId id="362" r:id="rId6"/>
    <p:sldId id="363" r:id="rId7"/>
    <p:sldId id="299" r:id="rId8"/>
    <p:sldId id="3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2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en-US" sz="6270" spc="237" dirty="0">
                <a:solidFill>
                  <a:prstClr val="black"/>
                </a:solidFill>
                <a:latin typeface="Microsoft YaHei"/>
                <a:ea typeface="Microsoft YaHei"/>
              </a:rPr>
              <a:t>2026</a:t>
            </a:r>
            <a:r>
              <a:rPr lang="zh-CN" altLang="en-US" sz="6270" spc="237" dirty="0">
                <a:solidFill>
                  <a:prstClr val="black"/>
                </a:solidFill>
                <a:latin typeface="Microsoft YaHei"/>
                <a:ea typeface="Microsoft YaHei"/>
              </a:rPr>
              <a:t>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dirty="0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en-US" sz="1588" b="1" spc="84" dirty="0">
                <a:solidFill>
                  <a:srgbClr val="4E51FF"/>
                </a:solidFill>
                <a:latin typeface="Microsoft YaHei"/>
                <a:ea typeface="Microsoft YaHei"/>
              </a:rPr>
              <a:t>XX Lab - </a:t>
            </a:r>
            <a:r>
              <a:rPr lang="en-US" sz="1588" b="1" spc="84" dirty="0" err="1">
                <a:solidFill>
                  <a:srgbClr val="4E51FF"/>
                </a:solidFill>
                <a:latin typeface="Microsoft YaHei"/>
                <a:ea typeface="Microsoft YaHei"/>
              </a:rPr>
              <a:t>姓名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dirty="0">
                <a:solidFill>
                  <a:srgbClr val="4E51FF"/>
                </a:solidFill>
                <a:latin typeface="Microsoft YaHei"/>
                <a:ea typeface="Microsoft YaHei"/>
              </a:rPr>
              <a:t>时间：</a:t>
            </a:r>
            <a:r>
              <a:rPr lang="en-US" altLang="zh-CN" sz="1588" b="1" spc="84" dirty="0">
                <a:solidFill>
                  <a:srgbClr val="4E51FF"/>
                </a:solidFill>
                <a:latin typeface="Microsoft YaHei"/>
                <a:ea typeface="Microsoft YaHei"/>
              </a:rPr>
              <a:t>8.20-8.31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呈现大纲 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38023" lvl="1" indent="0">
              <a:lnSpc>
                <a:spcPct val="150000"/>
              </a:lnSpc>
              <a:buNone/>
            </a:pPr>
            <a:r>
              <a:rPr lang="zh-CN" altLang="en-US" sz="3375" dirty="0">
                <a:latin typeface="Calibri" pitchFamily="34" charset="0"/>
              </a:rPr>
              <a:t>包括但不限于</a:t>
            </a:r>
            <a:endParaRPr lang="en-US" altLang="zh-CN" sz="3375" dirty="0">
              <a:latin typeface="Calibri" pitchFamily="34" charset="0"/>
            </a:endParaRPr>
          </a:p>
          <a:p>
            <a:pPr marL="952225" lvl="1" indent="-51420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398" dirty="0">
                <a:latin typeface="Calibri" pitchFamily="34" charset="0"/>
              </a:rPr>
              <a:t>自我介绍</a:t>
            </a:r>
            <a:endParaRPr lang="en-US" altLang="zh-CN" sz="2398" dirty="0">
              <a:latin typeface="Calibri" pitchFamily="34" charset="0"/>
            </a:endParaRPr>
          </a:p>
          <a:p>
            <a:pPr marL="952225" lvl="1" indent="-51420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398" dirty="0">
                <a:latin typeface="Calibri" pitchFamily="34" charset="0"/>
              </a:rPr>
              <a:t>工作目标及完成情况</a:t>
            </a:r>
            <a:endParaRPr lang="en-US" altLang="zh-CN" sz="2398" dirty="0">
              <a:latin typeface="Calibri" pitchFamily="34" charset="0"/>
            </a:endParaRPr>
          </a:p>
          <a:p>
            <a:pPr marL="952225" lvl="1" indent="-51420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398" dirty="0">
                <a:latin typeface="Calibri" pitchFamily="34" charset="0"/>
              </a:rPr>
              <a:t>实习体会 </a:t>
            </a:r>
            <a:r>
              <a:rPr lang="en-US" altLang="zh-CN" sz="2398" dirty="0">
                <a:latin typeface="Calibri" pitchFamily="34" charset="0"/>
              </a:rPr>
              <a:t>&amp; </a:t>
            </a:r>
            <a:r>
              <a:rPr lang="zh-CN" altLang="en-US" sz="2398" dirty="0">
                <a:latin typeface="Calibri" pitchFamily="34" charset="0"/>
              </a:rPr>
              <a:t>自我评价</a:t>
            </a:r>
            <a:endParaRPr lang="en-US" altLang="zh-CN" sz="2398" dirty="0">
              <a:latin typeface="Calibri" pitchFamily="34" charset="0"/>
            </a:endParaRPr>
          </a:p>
          <a:p>
            <a:pPr marL="952225" lvl="1" indent="-51420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398" dirty="0">
                <a:latin typeface="Calibri" pitchFamily="34" charset="0"/>
              </a:rPr>
              <a:t>规划展望</a:t>
            </a:r>
            <a:endParaRPr lang="en-US" altLang="zh-CN" sz="2398" dirty="0">
              <a:latin typeface="Calibri" pitchFamily="34" charset="0"/>
            </a:endParaRPr>
          </a:p>
          <a:p>
            <a:pPr marL="952225" lvl="1" indent="-514201">
              <a:lnSpc>
                <a:spcPct val="150000"/>
              </a:lnSpc>
              <a:buFont typeface="+mj-lt"/>
              <a:buAutoNum type="arabicPeriod"/>
            </a:pPr>
            <a:endParaRPr lang="en-US" altLang="zh-CN" sz="2398" dirty="0">
              <a:latin typeface="Calibri" pitchFamily="34" charset="0"/>
            </a:endParaRPr>
          </a:p>
          <a:p>
            <a:pPr marL="438023" lvl="1" indent="0">
              <a:lnSpc>
                <a:spcPct val="150000"/>
              </a:lnSpc>
              <a:buNone/>
            </a:pPr>
            <a:endParaRPr lang="en-US" altLang="zh-CN" sz="2398" dirty="0"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专业方向</a:t>
            </a:r>
            <a:endParaRPr lang="en-US" altLang="zh-CN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目前职位及导师</a:t>
            </a:r>
            <a:r>
              <a:rPr lang="en-US" altLang="zh-CN" dirty="0">
                <a:latin typeface="Calibri" pitchFamily="34" charset="0"/>
              </a:rPr>
              <a:t>/</a:t>
            </a:r>
            <a:r>
              <a:rPr lang="zh-CN" altLang="en-US" dirty="0">
                <a:latin typeface="Calibri" pitchFamily="34" charset="0"/>
              </a:rPr>
              <a:t>经理姓名</a:t>
            </a:r>
            <a:endParaRPr lang="en-US" altLang="zh-CN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个人爱好</a:t>
            </a:r>
            <a:endParaRPr lang="en-US" altLang="zh-CN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alibri" pitchFamily="34" charset="0"/>
              </a:rPr>
              <a:t>….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Calibri" pitchFamily="34" charset="0"/>
              </a:rPr>
              <a:t>工作目标及完成情况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工作目标：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完成情况：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Calibri" pitchFamily="34" charset="0"/>
              </a:rPr>
              <a:t>实习体会</a:t>
            </a:r>
            <a:r>
              <a:rPr lang="en-US" altLang="zh-CN" dirty="0">
                <a:latin typeface="Calibri" pitchFamily="34" charset="0"/>
              </a:rPr>
              <a:t>&amp;</a:t>
            </a:r>
            <a:r>
              <a:rPr lang="zh-CN" altLang="en-US" dirty="0">
                <a:latin typeface="Calibri" pitchFamily="34" charset="0"/>
              </a:rPr>
              <a:t>自我评价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实习收获</a:t>
            </a:r>
            <a:endParaRPr lang="en-US" altLang="zh-CN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印象最深的一件事</a:t>
            </a:r>
            <a:r>
              <a:rPr lang="en-US" altLang="zh-CN" dirty="0">
                <a:latin typeface="Calibri" pitchFamily="34" charset="0"/>
              </a:rPr>
              <a:t>/</a:t>
            </a:r>
            <a:r>
              <a:rPr lang="zh-CN" altLang="en-US" dirty="0">
                <a:latin typeface="Calibri" pitchFamily="34" charset="0"/>
              </a:rPr>
              <a:t>一位同事等</a:t>
            </a:r>
            <a:endParaRPr lang="en-US" altLang="zh-CN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自我评价</a:t>
            </a:r>
            <a:endParaRPr lang="en-US" altLang="zh-CN" dirty="0">
              <a:latin typeface="Calibri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Calibri" pitchFamily="34" charset="0"/>
              </a:rPr>
              <a:t>职业规划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itchFamily="34" charset="0"/>
              </a:rPr>
              <a:t>职业</a:t>
            </a:r>
            <a:r>
              <a:rPr lang="zh-CN" altLang="en-US" dirty="0"/>
              <a:t>目标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短期目标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中期目标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长期目标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行动方案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en-US" altLang="zh-CN" sz="13797" dirty="0">
                <a:solidFill>
                  <a:schemeClr val="accent2"/>
                </a:solidFill>
              </a:rPr>
              <a:t>Q</a:t>
            </a:r>
            <a:r>
              <a:rPr lang="en-US" altLang="zh-CN" sz="13797" dirty="0">
                <a:solidFill>
                  <a:schemeClr val="accent3"/>
                </a:solidFill>
              </a:rPr>
              <a:t>&amp;</a:t>
            </a:r>
            <a:r>
              <a:rPr lang="en-US" altLang="zh-CN" sz="13797" dirty="0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750121" y="6473209"/>
            <a:ext cx="438805" cy="155410"/>
          </a:xfrm>
        </p:spPr>
        <p:txBody>
          <a:bodyPr/>
          <a:lstStyle/>
          <a:p>
            <a:pPr defTabSz="1218212">
              <a:defRPr/>
            </a:pPr>
            <a:fld id="{6D22F896-40B5-4ADD-8801-0D06FADFA095}" type="slidenum">
              <a:rPr lang="en-US">
                <a:solidFill>
                  <a:srgbClr val="000000"/>
                </a:solidFill>
                <a:latin typeface="Calibri"/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en-US" sz="10969" i="1" dirty="0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en-US" sz="5695" i="1" spc="-158" dirty="0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宽屏</PresentationFormat>
  <Paragraphs>40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PangMenZhengDao</vt:lpstr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呈现大纲 </vt:lpstr>
      <vt:lpstr>自我介绍</vt:lpstr>
      <vt:lpstr>工作目标及完成情况</vt:lpstr>
      <vt:lpstr>实习体会&amp;自我评价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Shuo Shuo28 Wang</cp:lastModifiedBy>
  <cp:revision>2</cp:revision>
  <dcterms:created xsi:type="dcterms:W3CDTF">2025-08-12T09:33:41Z</dcterms:created>
  <dcterms:modified xsi:type="dcterms:W3CDTF">2026-08-06T07:48:06Z</dcterms:modified>
</cp:coreProperties>
</file>